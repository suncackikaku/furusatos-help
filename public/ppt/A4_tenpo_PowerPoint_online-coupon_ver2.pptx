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7D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8EB11C-16CD-4F0E-4AEB-53E6FF96565A}" v="4" dt="2026-05-28T02:03:08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岩永宇穣" userId="S::plan@suncac.onmicrosoft.com::e72fc77a-dcc5-4407-b58d-75b00ea4d42b" providerId="AD" clId="Web-{E38EB11C-16CD-4F0E-4AEB-53E6FF96565A}"/>
    <pc:docChg chg="modSld">
      <pc:chgData name="岩永宇穣" userId="S::plan@suncac.onmicrosoft.com::e72fc77a-dcc5-4407-b58d-75b00ea4d42b" providerId="AD" clId="Web-{E38EB11C-16CD-4F0E-4AEB-53E6FF96565A}" dt="2026-05-28T02:03:08.253" v="3" actId="1076"/>
      <pc:docMkLst>
        <pc:docMk/>
      </pc:docMkLst>
      <pc:sldChg chg="addSp delSp modSp">
        <pc:chgData name="岩永宇穣" userId="S::plan@suncac.onmicrosoft.com::e72fc77a-dcc5-4407-b58d-75b00ea4d42b" providerId="AD" clId="Web-{E38EB11C-16CD-4F0E-4AEB-53E6FF96565A}" dt="2026-05-28T02:03:08.253" v="3" actId="1076"/>
        <pc:sldMkLst>
          <pc:docMk/>
          <pc:sldMk cId="2128380218" sldId="256"/>
        </pc:sldMkLst>
        <pc:picChg chg="add mod">
          <ac:chgData name="岩永宇穣" userId="S::plan@suncac.onmicrosoft.com::e72fc77a-dcc5-4407-b58d-75b00ea4d42b" providerId="AD" clId="Web-{E38EB11C-16CD-4F0E-4AEB-53E6FF96565A}" dt="2026-05-28T02:03:08.253" v="3" actId="1076"/>
          <ac:picMkLst>
            <pc:docMk/>
            <pc:sldMk cId="2128380218" sldId="256"/>
            <ac:picMk id="2" creationId="{AB37E23B-8A9A-A792-57F7-FDCB2A5A5141}"/>
          </ac:picMkLst>
        </pc:picChg>
        <pc:picChg chg="del">
          <ac:chgData name="岩永宇穣" userId="S::plan@suncac.onmicrosoft.com::e72fc77a-dcc5-4407-b58d-75b00ea4d42b" providerId="AD" clId="Web-{E38EB11C-16CD-4F0E-4AEB-53E6FF96565A}" dt="2026-05-28T02:03:05.081" v="2"/>
          <ac:picMkLst>
            <pc:docMk/>
            <pc:sldMk cId="2128380218" sldId="256"/>
            <ac:picMk id="13" creationId="{247BF5D2-2602-4D1C-CB54-15F07D02814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5052 7319 16383 0 0,'0'0'0'0'0,"-2"5"0"0"0,-6 18 0 0 0,-11 27 0 0 0,-11 36 0 0 0,-9 34 0 0 0,-7 32 0 0 0,0 18 0 0 0,2 13 0 0 0,7 2 0 0 0,4 8 0 0 0,5 4 0 0 0,8 7 0 0 0,5 2 0 0 0,6-6 0 0 0,4-8 0 0 0,3-1 0 0 0,3-2 0 0 0,4 7 0 0 0,3-2 0 0 0,7 0 0 0 0,5-5 0 0 0,4-5 0 0 0,6-8 0 0 0,5-11 0 0 0,6-11 0 0 0,6-11 0 0 0,4-14 0 0 0,7-3 0 0 0,2-12 0 0 0,5-4 0 0 0,3-6 0 0 0,7-4 0 0 0,2-5 0 0 0,2-7 0 0 0,0-7 0 0 0,1-9 0 0 0,5-2 0 0 0,1-7 0 0 0,1-5 0 0 0,4-4 0 0 0,0-5 0 0 0,2-5 0 0 0,-4-6 0 0 0,-7-6 0 0 0,-5-8 0 0 0,-10-7 0 0 0,-11-7 0 0 0,-15-4 0 0 0,-13-4 0 0 0,-12-2 0 0 0,-8-3 0 0 0,-5 0-16383 0 0,-3-1 16383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17683 19681 16383 0 0,'0'0'0'0'0,"7"1"0"0"0,17 4 0 0 0,31 14 0 0 0,38 24 0 0 0,39 32 0 0 0,41 50 0 0 0,18 38 0 0 0,0 40 0 0 0,-18 29 0 0 0,-21 47 0 0 0,-27 44 0 0 0,-27 59 0 0 0,-28 64 0 0 0,-27 45 0 0 0,-23 16 0 0 0,-28 14 0 0 0,-25-27 0 0 0,-34-16 0 0 0,-25-39 0 0 0,-18-49 0 0 0,-4-63 0 0 0,-2-56 0 0 0,9-55 0 0 0,17-57 0 0 0,22-53 0 0 0,23-44 0 0 0,18-32 0 0 0,15-23-16383 0 0,9-11 16383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3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18123 5260 16383 0 0,'3'6'0'0'0,"11"24"0"0"0,12 31 0 0 0,14 41 0 0 0,11 36 0 0 0,2 23 0 0 0,-4 17 0 0 0,-10 3 0 0 0,-12-2 0 0 0,-9 0 0 0 0,-9-9 0 0 0,-8-1 0 0 0,-9-1 0 0 0,-9 8 0 0 0,-13 16 0 0 0,-13 17 0 0 0,-11 20 0 0 0,-9 11 0 0 0,-8 12 0 0 0,-16 31 0 0 0,-12 15 0 0 0,-8-1 0 0 0,-5-14 0 0 0,-4-15 0 0 0,-6-16 0 0 0,1-26 0 0 0,-5-15 0 0 0,0-17 0 0 0,3-23 0 0 0,6-21 0 0 0,5-21 0 0 0,5-21 0 0 0,6-18 0 0 0,-4-9 0 0 0,-4-7 0 0 0,-1-9 0 0 0,-6-5 0 0 0,0-6 0 0 0,1-7 0 0 0,0-3 0 0 0,3-6 0 0 0,8-3 0 0 0,7-4 0 0 0,11-5 0 0 0,5-1 0 0 0,11-5 0 0 0,8-4 0 0 0,8-3 0 0 0,9-4 0 0 0,7-1 0 0 0,7-2 0 0 0,7-3 0 0 0,1 1 0 0 0,-1 0 0 0 0,-4 0 0 0 0,-2-1 0 0 0,2 1 0 0 0,4-2 0 0 0,7 1 0 0 0,2-1 0 0 0,3 0 0 0 0,1-1 0 0 0,1 1 0 0 0,2-1 0 0 0,-2 0 0 0 0,-4 1 0 0 0,-1 0 0 0 0,1-1 0 0 0,1 1 0 0 0,-1 0 0 0 0,-5 0 0 0 0,-2 1 0 0 0,-2 0 0 0 0,2-1 0 0 0,4-1 0 0 0,6 0 0 0 0,3 0 0 0 0,4 0-16383 0 0,2 0 16383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3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3673 25301 16383 0 0,'0'0'0'0'0,"0"-4"0"0"0,0-8 0 0 0,0-8 0 0 0,0-14 0 0 0,0-16 0 0 0,1-15 0 0 0,0-13 0 0 0,1-8 0 0 0,2 0 0 0 0,2 5 0 0 0,1 7 0 0 0,3 5 0 0 0,2 5 0 0 0,7-4 0 0 0,3 2 0 0 0,7-6 0 0 0,5-4 0 0 0,7-7 0 0 0,5-1 0 0 0,5-2 0 0 0,3 3 0 0 0,1 4 0 0 0,-2 6 0 0 0,-1 6 0 0 0,-1 5 0 0 0,0 3 0 0 0,0 5 0 0 0,-1 4 0 0 0,-4 6 0 0 0,-3 5 0 0 0,-5 6 0 0 0,-5 5 0 0 0,-5 6 0 0 0,-1 3 0 0 0,-1 1 0 0 0,6 0 0 0 0,3 0 0 0 0,1 0 0 0 0,-1 3 0 0 0,-4 2 0 0 0,-5 3 0 0 0,-3 2 0 0 0,-2 1 0 0 0,-2 2 0 0 0,0 0 0 0 0,-1 1 0 0 0,-1 0 0 0 0,0 0 0 0 0,-2 1 0 0 0,0 0 0 0 0,-1 0 0 0 0,0 1 0 0 0,0 0 0 0 0,2-1 0 0 0,1 0 0 0 0,0 0 0 0 0,-4 0 0 0 0,-1 1 0 0 0,-5 0 0 0 0,-1 1 0 0 0,-3 1 0 0 0,-1 0 0 0 0,0 0 0 0 0,-1 0 0 0 0,1 0 0 0 0,-1 0 0 0 0,2 0 0 0 0,-1 0 0 0 0,1 0 0 0 0,-1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05:22:51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11489 23982 16383 0 0,'1'0'0'0'0,"8"0"0"0"0,17 0 0 0 0,36-2 0 0 0,50 3 0 0 0,49 5 0 0 0,33 8 0 0 0,-4 5 0 0 0,-20 4 0 0 0,-33 0 0 0 0,-32 2 0 0 0,-23 2 0 0 0,-14 2 0 0 0,-3 6 0 0 0,2 7 0 0 0,3 7 0 0 0,3 4 0 0 0,-2 2 0 0 0,-2-1 0 0 0,-5-1 0 0 0,-7-4 0 0 0,-2 1 0 0 0,-2 3 0 0 0,-2 2 0 0 0,0 1 0 0 0,-4-4 0 0 0,-7-6 0 0 0,-8-8 0 0 0,-6-6 0 0 0,-6-4 0 0 0,-2-1 0 0 0,-2 0 0 0 0,-2-1 0 0 0,0-1 0 0 0,-2-2 0 0 0,0-2 0 0 0,-1-3 0 0 0,-2-2 0 0 0,0 0 0 0 0,0-1 0 0 0,-1 0 0 0 0,1 2 0 0 0,-1 0 0 0 0,1 0 0 0 0,1 1 0 0 0,0-1 0 0 0,-1-1 0 0 0,-1-2 0 0 0,-1-1 0 0 0,-1-1 0 0 0,0-1 0 0 0,-2 0 0 0 0,1 0 0 0 0,0 2 0 0 0,0 0 0 0 0,-1-2 0 0 0,0-1 0 0 0,-1-3 0 0 0,-1-2 0 0 0,0-2 0 0 0,-2-2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hyperlink" Target="https://qr.quel.jp/url.php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0.png"/><Relationship Id="rId4" Type="http://schemas.openxmlformats.org/officeDocument/2006/relationships/customXml" Target="../ink/ink3.xm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5017F8-08EF-C5F4-FEE3-DFF2F41C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574"/>
            <a:ext cx="6859713" cy="2967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0FB0C0-A580-1DD1-2B3B-915A2C87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" y="-4500"/>
            <a:ext cx="6857424" cy="6843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C4657-8013-7BA2-E77B-95243D059BC7}"/>
              </a:ext>
            </a:extLst>
          </p:cNvPr>
          <p:cNvSpPr txBox="1"/>
          <p:nvPr/>
        </p:nvSpPr>
        <p:spPr>
          <a:xfrm>
            <a:off x="410210" y="2684717"/>
            <a:ext cx="60497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「〇〇〇オンラインストアで使える</a:t>
            </a:r>
            <a:endParaRPr lang="en-US" altLang="ja-JP" sz="2800">
              <a:solidFill>
                <a:schemeClr val="bg1"/>
              </a:solidFill>
              <a:ea typeface="ＭＳ Ｐゴシック"/>
            </a:endParaRPr>
          </a:p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オンラインクーポン」が返礼品です！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37E23B-8A9A-A792-57F7-FDCB2A5A5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96593"/>
            <a:ext cx="6863383" cy="90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43EF3B-5FE2-2AC2-86FA-442D6EF54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16"/>
            <a:ext cx="6858000" cy="99208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1E0F7C-4FDA-8F26-838A-947CD95F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91" y="2584861"/>
            <a:ext cx="906065" cy="8963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844B3B-AA28-5CF5-7DD3-292CE9DCF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142" y="8784459"/>
            <a:ext cx="906065" cy="896314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63E4725-5E88-B38A-2D1F-11EB5BE00B3E}"/>
              </a:ext>
            </a:extLst>
          </p:cNvPr>
          <p:cNvSpPr txBox="1"/>
          <p:nvPr/>
        </p:nvSpPr>
        <p:spPr>
          <a:xfrm>
            <a:off x="201094" y="8956096"/>
            <a:ext cx="2743200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1600">
                <a:solidFill>
                  <a:srgbClr val="FFFFFF"/>
                </a:solidFill>
                <a:ea typeface="ＭＳ Ｐゴシック"/>
              </a:rPr>
              <a:t>〇〇〇オンラインストア</a:t>
            </a:r>
          </a:p>
          <a:p>
            <a:r>
              <a:rPr lang="ja-JP" altLang="en-US" sz="1600">
                <a:solidFill>
                  <a:srgbClr val="FFFFFF"/>
                </a:solidFill>
                <a:ea typeface="ＭＳ Ｐゴシック"/>
              </a:rPr>
              <a:t>はこちらから！</a:t>
            </a:r>
            <a:endParaRPr lang="ja-JP" altLang="en-US" sz="1600" dirty="0">
              <a:solidFill>
                <a:srgbClr val="FFFFFF"/>
              </a:solidFill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20060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004265-360F-A416-A949-991DDA5CABCD}"/>
              </a:ext>
            </a:extLst>
          </p:cNvPr>
          <p:cNvSpPr/>
          <p:nvPr/>
        </p:nvSpPr>
        <p:spPr>
          <a:xfrm>
            <a:off x="373587" y="279498"/>
            <a:ext cx="6122056" cy="721005"/>
          </a:xfrm>
          <a:prstGeom prst="roundRect">
            <a:avLst/>
          </a:prstGeom>
          <a:solidFill>
            <a:srgbClr val="C57D7A"/>
          </a:solidFill>
          <a:ln>
            <a:solidFill>
              <a:srgbClr val="C57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7FE8F-64AB-742B-0C4E-F985999B2303}"/>
              </a:ext>
            </a:extLst>
          </p:cNvPr>
          <p:cNvSpPr txBox="1"/>
          <p:nvPr/>
        </p:nvSpPr>
        <p:spPr>
          <a:xfrm>
            <a:off x="1415923" y="396044"/>
            <a:ext cx="40457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>
                <a:solidFill>
                  <a:schemeClr val="bg1"/>
                </a:solidFill>
                <a:ea typeface="ＭＳ Ｐゴシック"/>
              </a:rPr>
              <a:t>A4チラシの作り方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8BF584-15F2-5E32-544C-A9531851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99" y="1955675"/>
            <a:ext cx="4509448" cy="6284039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198F9B-C0A5-D421-83CB-7CD893B9F264}"/>
              </a:ext>
            </a:extLst>
          </p:cNvPr>
          <p:cNvSpPr/>
          <p:nvPr/>
        </p:nvSpPr>
        <p:spPr>
          <a:xfrm>
            <a:off x="1595112" y="3690479"/>
            <a:ext cx="2267040" cy="31594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F5990-3EF3-8805-EA8A-CB5B76606203}"/>
              </a:ext>
            </a:extLst>
          </p:cNvPr>
          <p:cNvSpPr/>
          <p:nvPr/>
        </p:nvSpPr>
        <p:spPr>
          <a:xfrm>
            <a:off x="1338616" y="5738461"/>
            <a:ext cx="4204202" cy="185192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15804-D474-7C54-3F82-08E7AF0E82B9}"/>
              </a:ext>
            </a:extLst>
          </p:cNvPr>
          <p:cNvSpPr txBox="1"/>
          <p:nvPr/>
        </p:nvSpPr>
        <p:spPr>
          <a:xfrm>
            <a:off x="714679" y="1474174"/>
            <a:ext cx="29992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オンラインショップ名を記入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3C963-26AA-AB75-0AE4-D88D9328CB68}"/>
              </a:ext>
            </a:extLst>
          </p:cNvPr>
          <p:cNvSpPr txBox="1"/>
          <p:nvPr/>
        </p:nvSpPr>
        <p:spPr>
          <a:xfrm>
            <a:off x="2848323" y="8728432"/>
            <a:ext cx="29992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ショップのイメージ画像を</a:t>
            </a:r>
          </a:p>
          <a:p>
            <a:r>
              <a:rPr lang="ja-JP" altLang="en-US">
                <a:ea typeface="ＭＳ Ｐゴシック"/>
              </a:rPr>
              <a:t>「画像の変更」から置き換え</a:t>
            </a:r>
            <a:endParaRPr lang="ja-JP" altLang="en-US" dirty="0">
              <a:ea typeface="ＭＳ Ｐゴシック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14:cNvPr>
              <p14:cNvContentPartPr/>
              <p14:nvPr/>
            </p14:nvContentPartPr>
            <p14:xfrm>
              <a:off x="890311" y="1941796"/>
              <a:ext cx="690430" cy="202594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22" y="1924160"/>
                <a:ext cx="726049" cy="2061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14:cNvPr>
              <p14:cNvContentPartPr/>
              <p14:nvPr/>
            </p14:nvContentPartPr>
            <p14:xfrm>
              <a:off x="5569233" y="6771465"/>
              <a:ext cx="556853" cy="2446011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1247" y="6753826"/>
                <a:ext cx="592466" cy="2481648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B6096F2-1ADB-F2B5-99F3-57D67A76F261}"/>
              </a:ext>
            </a:extLst>
          </p:cNvPr>
          <p:cNvSpPr txBox="1"/>
          <p:nvPr/>
        </p:nvSpPr>
        <p:spPr>
          <a:xfrm>
            <a:off x="5625734" y="1172062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オモテ面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25E266-6B14-22D4-3B8A-7AC4DD0D9760}"/>
              </a:ext>
            </a:extLst>
          </p:cNvPr>
          <p:cNvSpPr/>
          <p:nvPr/>
        </p:nvSpPr>
        <p:spPr>
          <a:xfrm>
            <a:off x="5627196" y="1171767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8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0DBCD-7090-4FB4-A9BA-0F098AC6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00" y="1646487"/>
            <a:ext cx="4866243" cy="693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F69FB-67C2-EA02-8C0B-A489C02CA087}"/>
              </a:ext>
            </a:extLst>
          </p:cNvPr>
          <p:cNvSpPr txBox="1"/>
          <p:nvPr/>
        </p:nvSpPr>
        <p:spPr>
          <a:xfrm>
            <a:off x="1072289" y="960586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ウラ面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AB9DC-7370-BC34-66F9-318CAE69C6DB}"/>
              </a:ext>
            </a:extLst>
          </p:cNvPr>
          <p:cNvSpPr/>
          <p:nvPr/>
        </p:nvSpPr>
        <p:spPr>
          <a:xfrm>
            <a:off x="1073751" y="960291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52A60A-BF09-C4FA-5876-6B2D1E871EB5}"/>
              </a:ext>
            </a:extLst>
          </p:cNvPr>
          <p:cNvSpPr/>
          <p:nvPr/>
        </p:nvSpPr>
        <p:spPr>
          <a:xfrm>
            <a:off x="4177994" y="3479002"/>
            <a:ext cx="786337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B02025-057E-F1DD-2427-9050FBCFEC70}"/>
              </a:ext>
            </a:extLst>
          </p:cNvPr>
          <p:cNvSpPr/>
          <p:nvPr/>
        </p:nvSpPr>
        <p:spPr>
          <a:xfrm>
            <a:off x="2729609" y="7497053"/>
            <a:ext cx="786337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DCFC84-0AE6-3839-C281-9D35280F19B5}"/>
              </a:ext>
            </a:extLst>
          </p:cNvPr>
          <p:cNvSpPr/>
          <p:nvPr/>
        </p:nvSpPr>
        <p:spPr>
          <a:xfrm>
            <a:off x="1326118" y="7497053"/>
            <a:ext cx="1398658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F89C5-E634-0787-3635-4118DF34BE58}"/>
              </a:ext>
            </a:extLst>
          </p:cNvPr>
          <p:cNvSpPr txBox="1"/>
          <p:nvPr/>
        </p:nvSpPr>
        <p:spPr>
          <a:xfrm>
            <a:off x="2669721" y="428090"/>
            <a:ext cx="36561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弊社より発行されたURLからQRコードを作成し差し替える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3B604-9113-A08A-F086-932A87D225B2}"/>
              </a:ext>
            </a:extLst>
          </p:cNvPr>
          <p:cNvSpPr txBox="1"/>
          <p:nvPr/>
        </p:nvSpPr>
        <p:spPr>
          <a:xfrm>
            <a:off x="2657888" y="1017998"/>
            <a:ext cx="39344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 dirty="0">
                <a:ea typeface="ＭＳ Ｐゴシック"/>
                <a:cs typeface="+mn-lt"/>
                <a:hlinkClick r:id="rId3"/>
              </a:rPr>
              <a:t>こちらのサイトから</a:t>
            </a:r>
            <a:r>
              <a:rPr lang="ja-JP" altLang="en-US" sz="1200">
                <a:ea typeface="ＭＳ Ｐゴシック"/>
              </a:rPr>
              <a:t>QRコードを簡単に作成できます</a:t>
            </a:r>
            <a:endParaRPr lang="ja-JP" sz="1200">
              <a:ea typeface="ＭＳ Ｐゴシック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1BC64A-20EF-7A23-FC5D-944515E92F99}"/>
              </a:ext>
            </a:extLst>
          </p:cNvPr>
          <p:cNvSpPr txBox="1"/>
          <p:nvPr/>
        </p:nvSpPr>
        <p:spPr>
          <a:xfrm>
            <a:off x="3236773" y="8508714"/>
            <a:ext cx="30437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公式オンラインショプの</a:t>
            </a:r>
          </a:p>
          <a:p>
            <a:r>
              <a:rPr lang="ja-JP" altLang="en-US" sz="1600">
                <a:ea typeface="ＭＳ Ｐゴシック"/>
              </a:rPr>
              <a:t>QRコードに差し替える</a:t>
            </a:r>
            <a:endParaRPr lang="ja-JP" altLang="en-US" sz="1600" dirty="0">
              <a:ea typeface="ＭＳ Ｐゴシック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9CDC3-612F-D4C2-A872-ABF40C247302}"/>
              </a:ext>
            </a:extLst>
          </p:cNvPr>
          <p:cNvSpPr txBox="1"/>
          <p:nvPr/>
        </p:nvSpPr>
        <p:spPr>
          <a:xfrm>
            <a:off x="196616" y="8631148"/>
            <a:ext cx="30437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公式オンラインショプの</a:t>
            </a:r>
            <a:endParaRPr lang="ja-JP" altLang="en-US" sz="1600" dirty="0">
              <a:ea typeface="ＭＳ Ｐゴシック"/>
            </a:endParaRPr>
          </a:p>
          <a:p>
            <a:r>
              <a:rPr lang="ja-JP" altLang="en-US" sz="1600">
                <a:ea typeface="ＭＳ Ｐゴシック"/>
              </a:rPr>
              <a:t>名前に差し替える</a:t>
            </a:r>
            <a:endParaRPr lang="ja-JP" altLang="en-US" sz="1600" dirty="0">
              <a:ea typeface="ＭＳ Ｐゴシック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386A15-4C3B-417B-4219-42263ADC20BE}"/>
              </a:ext>
            </a:extLst>
          </p:cNvPr>
          <p:cNvSpPr txBox="1"/>
          <p:nvPr/>
        </p:nvSpPr>
        <p:spPr>
          <a:xfrm>
            <a:off x="3224941" y="9098622"/>
            <a:ext cx="34891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 dirty="0">
                <a:ea typeface="ＭＳ Ｐゴシック"/>
                <a:cs typeface="+mn-lt"/>
                <a:hlinkClick r:id="rId3"/>
              </a:rPr>
              <a:t>こちらのサイトから</a:t>
            </a:r>
            <a:r>
              <a:rPr lang="ja-JP" altLang="en-US" sz="1200">
                <a:ea typeface="ＭＳ Ｐゴシック"/>
              </a:rPr>
              <a:t>QRコードを簡単に作成できます</a:t>
            </a:r>
            <a:endParaRPr lang="ja-JP" sz="1200">
              <a:ea typeface="ＭＳ Ｐゴシック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14:cNvPr>
              <p14:cNvContentPartPr/>
              <p14:nvPr/>
            </p14:nvContentPartPr>
            <p14:xfrm>
              <a:off x="4926842" y="1269997"/>
              <a:ext cx="1399694" cy="2409051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8846" y="1252000"/>
                <a:ext cx="1435325" cy="2444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8F7A7E7-7C1E-F473-4DEA-32ACE07302B3}"/>
                  </a:ext>
                </a:extLst>
              </p14:cNvPr>
              <p14:cNvContentPartPr/>
              <p14:nvPr/>
            </p14:nvContentPartPr>
            <p14:xfrm>
              <a:off x="782786" y="7808941"/>
              <a:ext cx="523048" cy="773172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8F7A7E7-7C1E-F473-4DEA-32ACE07302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5159" y="7791312"/>
                <a:ext cx="558661" cy="80879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9A9146E-C423-5A25-3BA9-DBB217F0ADDE}"/>
              </a:ext>
            </a:extLst>
          </p:cNvPr>
          <p:cNvSpPr txBox="1"/>
          <p:nvPr/>
        </p:nvSpPr>
        <p:spPr>
          <a:xfrm>
            <a:off x="4138222" y="9589409"/>
            <a:ext cx="27432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solidFill>
                  <a:srgbClr val="757575"/>
                </a:solidFill>
                <a:latin typeface="メイリオ"/>
                <a:ea typeface="メイリオ"/>
              </a:rPr>
              <a:t>QR</a:t>
            </a:r>
            <a:r>
              <a:rPr lang="ja-JP" altLang="en-US" sz="800">
                <a:solidFill>
                  <a:srgbClr val="757575"/>
                </a:solidFill>
                <a:latin typeface="メイリオ"/>
                <a:ea typeface="メイリオ"/>
              </a:rPr>
              <a:t>コードは株式会社デンソーウェーブの登録商標です</a:t>
            </a:r>
            <a:endParaRPr lang="en-US" sz="8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6416D1C-3EA9-80FE-14B5-F6361397DE84}"/>
                  </a:ext>
                </a:extLst>
              </p14:cNvPr>
              <p14:cNvContentPartPr/>
              <p14:nvPr/>
            </p14:nvContentPartPr>
            <p14:xfrm>
              <a:off x="3538474" y="8061057"/>
              <a:ext cx="891352" cy="51587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6416D1C-3EA9-80FE-14B5-F6361397DE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20481" y="8043070"/>
                <a:ext cx="926977" cy="5514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041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A4 Paper (210x297 mm)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306</cp:revision>
  <dcterms:created xsi:type="dcterms:W3CDTF">2025-09-22T06:34:49Z</dcterms:created>
  <dcterms:modified xsi:type="dcterms:W3CDTF">2026-05-28T02:03:10Z</dcterms:modified>
</cp:coreProperties>
</file>