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7D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724ADB-0B02-FCE3-ED60-F312BDE3BDD4}" v="3" dt="2026-05-28T02:04:04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岩永宇穣" userId="S::plan@suncac.onmicrosoft.com::e72fc77a-dcc5-4407-b58d-75b00ea4d42b" providerId="AD" clId="Web-{AF724ADB-0B02-FCE3-ED60-F312BDE3BDD4}"/>
    <pc:docChg chg="modSld">
      <pc:chgData name="岩永宇穣" userId="S::plan@suncac.onmicrosoft.com::e72fc77a-dcc5-4407-b58d-75b00ea4d42b" providerId="AD" clId="Web-{AF724ADB-0B02-FCE3-ED60-F312BDE3BDD4}" dt="2026-05-28T02:04:04.258" v="2" actId="1076"/>
      <pc:docMkLst>
        <pc:docMk/>
      </pc:docMkLst>
      <pc:sldChg chg="addSp delSp modSp">
        <pc:chgData name="岩永宇穣" userId="S::plan@suncac.onmicrosoft.com::e72fc77a-dcc5-4407-b58d-75b00ea4d42b" providerId="AD" clId="Web-{AF724ADB-0B02-FCE3-ED60-F312BDE3BDD4}" dt="2026-05-28T02:04:04.258" v="2" actId="1076"/>
        <pc:sldMkLst>
          <pc:docMk/>
          <pc:sldMk cId="2128380218" sldId="256"/>
        </pc:sldMkLst>
        <pc:picChg chg="add mod">
          <ac:chgData name="岩永宇穣" userId="S::plan@suncac.onmicrosoft.com::e72fc77a-dcc5-4407-b58d-75b00ea4d42b" providerId="AD" clId="Web-{AF724ADB-0B02-FCE3-ED60-F312BDE3BDD4}" dt="2026-05-28T02:04:04.258" v="2" actId="1076"/>
          <ac:picMkLst>
            <pc:docMk/>
            <pc:sldMk cId="2128380218" sldId="256"/>
            <ac:picMk id="2" creationId="{76B88BC7-B445-70FA-8971-FB83FB802332}"/>
          </ac:picMkLst>
        </pc:picChg>
        <pc:picChg chg="del">
          <ac:chgData name="岩永宇穣" userId="S::plan@suncac.onmicrosoft.com::e72fc77a-dcc5-4407-b58d-75b00ea4d42b" providerId="AD" clId="Web-{AF724ADB-0B02-FCE3-ED60-F312BDE3BDD4}" dt="2026-05-28T02:03:57.461" v="0"/>
          <ac:picMkLst>
            <pc:docMk/>
            <pc:sldMk cId="2128380218" sldId="256"/>
            <ac:picMk id="13" creationId="{247BF5D2-2602-4D1C-CB54-15F07D028144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5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5052 7319 16383 0 0,'0'0'0'0'0,"-2"5"0"0"0,-6 18 0 0 0,-11 27 0 0 0,-11 36 0 0 0,-9 34 0 0 0,-7 32 0 0 0,0 18 0 0 0,2 13 0 0 0,7 2 0 0 0,4 8 0 0 0,5 4 0 0 0,8 7 0 0 0,5 2 0 0 0,6-6 0 0 0,4-8 0 0 0,3-1 0 0 0,3-2 0 0 0,4 7 0 0 0,3-2 0 0 0,7 0 0 0 0,5-5 0 0 0,4-5 0 0 0,6-8 0 0 0,5-11 0 0 0,6-11 0 0 0,6-11 0 0 0,4-14 0 0 0,7-3 0 0 0,2-12 0 0 0,5-4 0 0 0,3-6 0 0 0,7-4 0 0 0,2-5 0 0 0,2-7 0 0 0,0-7 0 0 0,1-9 0 0 0,5-2 0 0 0,1-7 0 0 0,1-5 0 0 0,4-4 0 0 0,0-5 0 0 0,2-5 0 0 0,-4-6 0 0 0,-7-6 0 0 0,-5-8 0 0 0,-10-7 0 0 0,-11-7 0 0 0,-15-4 0 0 0,-13-4 0 0 0,-12-2 0 0 0,-8-3 0 0 0,-5 0-16383 0 0,-3-1 16383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5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17683 19681 16383 0 0,'0'0'0'0'0,"7"1"0"0"0,17 4 0 0 0,31 14 0 0 0,38 24 0 0 0,39 32 0 0 0,41 50 0 0 0,18 38 0 0 0,0 40 0 0 0,-18 29 0 0 0,-21 47 0 0 0,-27 44 0 0 0,-27 59 0 0 0,-28 64 0 0 0,-27 45 0 0 0,-23 16 0 0 0,-28 14 0 0 0,-25-27 0 0 0,-34-16 0 0 0,-25-39 0 0 0,-18-49 0 0 0,-4-63 0 0 0,-2-56 0 0 0,9-55 0 0 0,17-57 0 0 0,22-53 0 0 0,23-44 0 0 0,18-32 0 0 0,15-23-16383 0 0,9-11 16383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3.7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18123 5260 16383 0 0,'3'6'0'0'0,"11"24"0"0"0,12 31 0 0 0,14 41 0 0 0,11 36 0 0 0,2 23 0 0 0,-4 17 0 0 0,-10 3 0 0 0,-12-2 0 0 0,-9 0 0 0 0,-9-9 0 0 0,-8-1 0 0 0,-9-1 0 0 0,-9 8 0 0 0,-13 16 0 0 0,-13 17 0 0 0,-11 20 0 0 0,-9 11 0 0 0,-8 12 0 0 0,-16 31 0 0 0,-12 15 0 0 0,-8-1 0 0 0,-5-14 0 0 0,-4-15 0 0 0,-6-16 0 0 0,1-26 0 0 0,-5-15 0 0 0,0-17 0 0 0,3-23 0 0 0,6-21 0 0 0,5-21 0 0 0,5-21 0 0 0,6-18 0 0 0,-4-9 0 0 0,-4-7 0 0 0,-1-9 0 0 0,-6-5 0 0 0,0-6 0 0 0,1-7 0 0 0,0-3 0 0 0,3-6 0 0 0,8-3 0 0 0,7-4 0 0 0,11-5 0 0 0,5-1 0 0 0,11-5 0 0 0,8-4 0 0 0,8-3 0 0 0,9-4 0 0 0,7-1 0 0 0,7-2 0 0 0,7-3 0 0 0,1 1 0 0 0,-1 0 0 0 0,-4 0 0 0 0,-2-1 0 0 0,2 1 0 0 0,4-2 0 0 0,7 1 0 0 0,2-1 0 0 0,3 0 0 0 0,1-1 0 0 0,1 1 0 0 0,2-1 0 0 0,-2 0 0 0 0,-4 1 0 0 0,-1 0 0 0 0,1-1 0 0 0,1 1 0 0 0,-1 0 0 0 0,-5 0 0 0 0,-2 1 0 0 0,-2 0 0 0 0,2-1 0 0 0,4-1 0 0 0,6 0 0 0 0,3 0 0 0 0,4 0-16383 0 0,2 0 16383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qr.quel.jp/url.php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55017F8-08EF-C5F4-FEE3-DFF2F41CC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8574"/>
            <a:ext cx="6859713" cy="29672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0FB0C0-A580-1DD1-2B3B-915A2C87E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" y="-4788"/>
            <a:ext cx="6857423" cy="68436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3C4657-8013-7BA2-E77B-95243D059BC7}"/>
              </a:ext>
            </a:extLst>
          </p:cNvPr>
          <p:cNvSpPr txBox="1"/>
          <p:nvPr/>
        </p:nvSpPr>
        <p:spPr>
          <a:xfrm>
            <a:off x="410210" y="2684717"/>
            <a:ext cx="604973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「〇〇〇店舗で使える</a:t>
            </a:r>
            <a:r>
              <a:rPr lang="ja-JP" sz="2800" b="1">
                <a:solidFill>
                  <a:schemeClr val="bg1"/>
                </a:solidFill>
                <a:latin typeface="Aptos"/>
                <a:ea typeface="ＭＳ Ｐゴシック"/>
              </a:rPr>
              <a:t>〇〇券</a:t>
            </a:r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」</a:t>
            </a:r>
            <a:endParaRPr lang="en-US" altLang="ja-JP" sz="2800">
              <a:solidFill>
                <a:schemeClr val="bg1"/>
              </a:solidFill>
              <a:latin typeface="Aptos"/>
              <a:ea typeface="ＭＳ Ｐゴシック"/>
            </a:endParaRPr>
          </a:p>
          <a:p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が返礼品です！</a:t>
            </a:r>
            <a:endParaRPr lang="en-US" altLang="ja-JP" sz="2800">
              <a:solidFill>
                <a:schemeClr val="bg1"/>
              </a:solidFill>
              <a:latin typeface="Aptos"/>
              <a:ea typeface="ＭＳ Ｐゴシック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B88BC7-B445-70FA-8971-FB83FB802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996592"/>
            <a:ext cx="6863383" cy="90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63EC76-5B0B-718E-2A0D-71F1F9034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702"/>
            <a:ext cx="6859713" cy="99514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1E0F7C-4FDA-8F26-838A-947CD95F5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091" y="2584861"/>
            <a:ext cx="906065" cy="89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60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004265-360F-A416-A949-991DDA5CABCD}"/>
              </a:ext>
            </a:extLst>
          </p:cNvPr>
          <p:cNvSpPr/>
          <p:nvPr/>
        </p:nvSpPr>
        <p:spPr>
          <a:xfrm>
            <a:off x="373587" y="279498"/>
            <a:ext cx="6122056" cy="721005"/>
          </a:xfrm>
          <a:prstGeom prst="roundRect">
            <a:avLst/>
          </a:prstGeom>
          <a:solidFill>
            <a:srgbClr val="C57D7A"/>
          </a:solidFill>
          <a:ln>
            <a:solidFill>
              <a:srgbClr val="C57D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7FE8F-64AB-742B-0C4E-F985999B2303}"/>
              </a:ext>
            </a:extLst>
          </p:cNvPr>
          <p:cNvSpPr txBox="1"/>
          <p:nvPr/>
        </p:nvSpPr>
        <p:spPr>
          <a:xfrm>
            <a:off x="1415923" y="396044"/>
            <a:ext cx="404577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800">
                <a:solidFill>
                  <a:schemeClr val="bg1"/>
                </a:solidFill>
                <a:ea typeface="ＭＳ Ｐゴシック"/>
              </a:rPr>
              <a:t>A4チラシの作り方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8BF584-15F2-5E32-544C-A9531851F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699" y="1968246"/>
            <a:ext cx="4509448" cy="6258896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198F9B-C0A5-D421-83CB-7CD893B9F264}"/>
              </a:ext>
            </a:extLst>
          </p:cNvPr>
          <p:cNvSpPr/>
          <p:nvPr/>
        </p:nvSpPr>
        <p:spPr>
          <a:xfrm>
            <a:off x="1579538" y="3732007"/>
            <a:ext cx="2765426" cy="39381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5F5990-3EF3-8805-EA8A-CB5B76606203}"/>
              </a:ext>
            </a:extLst>
          </p:cNvPr>
          <p:cNvSpPr/>
          <p:nvPr/>
        </p:nvSpPr>
        <p:spPr>
          <a:xfrm>
            <a:off x="1338616" y="5738461"/>
            <a:ext cx="4204202" cy="185192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815804-D474-7C54-3F82-08E7AF0E82B9}"/>
              </a:ext>
            </a:extLst>
          </p:cNvPr>
          <p:cNvSpPr txBox="1"/>
          <p:nvPr/>
        </p:nvSpPr>
        <p:spPr>
          <a:xfrm>
            <a:off x="714679" y="1474174"/>
            <a:ext cx="29992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ＭＳ Ｐゴシック"/>
              </a:rPr>
              <a:t>ショップ名と返礼品名を入力</a:t>
            </a:r>
            <a:endParaRPr lang="ja-JP" altLang="en-US" dirty="0">
              <a:ea typeface="ＭＳ Ｐゴシック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D3C963-26AA-AB75-0AE4-D88D9328CB68}"/>
              </a:ext>
            </a:extLst>
          </p:cNvPr>
          <p:cNvSpPr txBox="1"/>
          <p:nvPr/>
        </p:nvSpPr>
        <p:spPr>
          <a:xfrm>
            <a:off x="2848323" y="8728432"/>
            <a:ext cx="29992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ＭＳ Ｐゴシック"/>
              </a:rPr>
              <a:t>ショップのイメージ画像を</a:t>
            </a:r>
          </a:p>
          <a:p>
            <a:r>
              <a:rPr lang="ja-JP" altLang="en-US">
                <a:ea typeface="ＭＳ Ｐゴシック"/>
              </a:rPr>
              <a:t>「画像の変更」から置き換え</a:t>
            </a:r>
            <a:endParaRPr lang="ja-JP" altLang="en-US" dirty="0">
              <a:ea typeface="ＭＳ Ｐゴシック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7C980AA-FBCC-5454-E476-433CCF33D822}"/>
                  </a:ext>
                </a:extLst>
              </p14:cNvPr>
              <p14:cNvContentPartPr/>
              <p14:nvPr/>
            </p14:nvContentPartPr>
            <p14:xfrm>
              <a:off x="890311" y="1941796"/>
              <a:ext cx="690430" cy="2025944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7C980AA-FBCC-5454-E476-433CCF33D8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2322" y="1924160"/>
                <a:ext cx="726049" cy="20615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1859E06-A4EA-05C8-0DEB-274897B10E4A}"/>
                  </a:ext>
                </a:extLst>
              </p14:cNvPr>
              <p14:cNvContentPartPr/>
              <p14:nvPr/>
            </p14:nvContentPartPr>
            <p14:xfrm>
              <a:off x="5569233" y="6771465"/>
              <a:ext cx="556853" cy="2446011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1859E06-A4EA-05C8-0DEB-274897B10E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51247" y="6753826"/>
                <a:ext cx="592466" cy="2481648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B6096F2-1ADB-F2B5-99F3-57D67A76F261}"/>
              </a:ext>
            </a:extLst>
          </p:cNvPr>
          <p:cNvSpPr txBox="1"/>
          <p:nvPr/>
        </p:nvSpPr>
        <p:spPr>
          <a:xfrm>
            <a:off x="5625734" y="1172062"/>
            <a:ext cx="8584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400">
                <a:solidFill>
                  <a:schemeClr val="accent1"/>
                </a:solidFill>
                <a:ea typeface="ＭＳ Ｐゴシック"/>
              </a:rPr>
              <a:t>オモテ面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25E266-6B14-22D4-3B8A-7AC4DD0D9760}"/>
              </a:ext>
            </a:extLst>
          </p:cNvPr>
          <p:cNvSpPr/>
          <p:nvPr/>
        </p:nvSpPr>
        <p:spPr>
          <a:xfrm>
            <a:off x="5627196" y="1158877"/>
            <a:ext cx="853657" cy="3071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8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E0DBCD-7090-4FB4-A9BA-0F098AC6D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00" y="1641706"/>
            <a:ext cx="4988499" cy="67824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F69FB-67C2-EA02-8C0B-A489C02CA087}"/>
              </a:ext>
            </a:extLst>
          </p:cNvPr>
          <p:cNvSpPr txBox="1"/>
          <p:nvPr/>
        </p:nvSpPr>
        <p:spPr>
          <a:xfrm>
            <a:off x="1072289" y="960586"/>
            <a:ext cx="8584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>
                <a:solidFill>
                  <a:schemeClr val="accent1"/>
                </a:solidFill>
                <a:ea typeface="ＭＳ Ｐゴシック"/>
              </a:rPr>
              <a:t>ウラ面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AB9DC-7370-BC34-66F9-318CAE69C6DB}"/>
              </a:ext>
            </a:extLst>
          </p:cNvPr>
          <p:cNvSpPr/>
          <p:nvPr/>
        </p:nvSpPr>
        <p:spPr>
          <a:xfrm>
            <a:off x="1073751" y="934511"/>
            <a:ext cx="853657" cy="3071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52A60A-BF09-C4FA-5876-6B2D1E871EB5}"/>
              </a:ext>
            </a:extLst>
          </p:cNvPr>
          <p:cNvSpPr/>
          <p:nvPr/>
        </p:nvSpPr>
        <p:spPr>
          <a:xfrm>
            <a:off x="4193567" y="3447853"/>
            <a:ext cx="786337" cy="76115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F89C5-E634-0787-3635-4118DF34BE58}"/>
              </a:ext>
            </a:extLst>
          </p:cNvPr>
          <p:cNvSpPr txBox="1"/>
          <p:nvPr/>
        </p:nvSpPr>
        <p:spPr>
          <a:xfrm>
            <a:off x="2669721" y="428090"/>
            <a:ext cx="365611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ea typeface="ＭＳ Ｐゴシック"/>
              </a:rPr>
              <a:t>ふるさとズの店舗専用ページのURLからQRコードを作成し、差し替える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3B604-9113-A08A-F086-932A87D225B2}"/>
              </a:ext>
            </a:extLst>
          </p:cNvPr>
          <p:cNvSpPr txBox="1"/>
          <p:nvPr/>
        </p:nvSpPr>
        <p:spPr>
          <a:xfrm>
            <a:off x="2657888" y="1017998"/>
            <a:ext cx="39344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 dirty="0">
                <a:ea typeface="ＭＳ Ｐゴシック"/>
                <a:cs typeface="+mn-lt"/>
                <a:hlinkClick r:id="rId3"/>
              </a:rPr>
              <a:t>こちらのサイトから</a:t>
            </a:r>
            <a:r>
              <a:rPr lang="ja-JP" altLang="en-US" sz="1200">
                <a:ea typeface="ＭＳ Ｐゴシック"/>
              </a:rPr>
              <a:t>QRコードを簡単に作成できます</a:t>
            </a:r>
            <a:endParaRPr lang="ja-JP" sz="1200">
              <a:ea typeface="ＭＳ Ｐゴシック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664F824-7F45-6070-EECB-890E0E99A81A}"/>
                  </a:ext>
                </a:extLst>
              </p14:cNvPr>
              <p14:cNvContentPartPr/>
              <p14:nvPr/>
            </p14:nvContentPartPr>
            <p14:xfrm>
              <a:off x="4978754" y="1269997"/>
              <a:ext cx="1399694" cy="2409051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664F824-7F45-6070-EECB-890E0E99A8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0758" y="1252000"/>
                <a:ext cx="1435325" cy="2444685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E9A9146E-C423-5A25-3BA9-DBB217F0ADDE}"/>
              </a:ext>
            </a:extLst>
          </p:cNvPr>
          <p:cNvSpPr txBox="1"/>
          <p:nvPr/>
        </p:nvSpPr>
        <p:spPr>
          <a:xfrm>
            <a:off x="4138222" y="9589409"/>
            <a:ext cx="2743200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solidFill>
                  <a:srgbClr val="757575"/>
                </a:solidFill>
                <a:latin typeface="メイリオ"/>
                <a:ea typeface="メイリオ"/>
              </a:rPr>
              <a:t>QR</a:t>
            </a:r>
            <a:r>
              <a:rPr lang="ja-JP" altLang="en-US" sz="800">
                <a:solidFill>
                  <a:srgbClr val="757575"/>
                </a:solidFill>
                <a:latin typeface="メイリオ"/>
                <a:ea typeface="メイリオ"/>
              </a:rPr>
              <a:t>コードは株式会社デンソーウェーブの登録商標です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020414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A4 Paper (210x297 mm)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テーマ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331</cp:revision>
  <dcterms:created xsi:type="dcterms:W3CDTF">2025-09-22T06:34:49Z</dcterms:created>
  <dcterms:modified xsi:type="dcterms:W3CDTF">2026-05-28T02:04:06Z</dcterms:modified>
</cp:coreProperties>
</file>