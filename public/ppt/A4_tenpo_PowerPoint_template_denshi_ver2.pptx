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6858000" cy="9906000" type="A4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57D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791A83-B19C-A853-FA7B-1E8531A11D3A}" v="77" dt="2025-11-27T05:53:05.024"/>
    <p1510:client id="{89D14404-EEBF-498E-1217-70889617E852}" v="5" dt="2025-11-27T06:07:46.499"/>
    <p1510:client id="{D7BA3499-4062-1906-5CFE-DC9EA008A84F}" v="3" dt="2025-11-27T06:15:34.704"/>
    <p1510:client id="{DAC66D5C-BF4A-800B-3E4C-269A6D992E27}" v="35" dt="2025-11-27T05:22:19.184"/>
    <p1510:client id="{DB82BA31-0268-4D23-6314-456B906E7E9D}" v="25" dt="2025-11-27T06:23:00.2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岩永宇穣" userId="S::plan@suncac.onmicrosoft.com::e72fc77a-dcc5-4407-b58d-75b00ea4d42b" providerId="AD" clId="Web-{DB82BA31-0268-4D23-6314-456B906E7E9D}"/>
    <pc:docChg chg="modSld">
      <pc:chgData name="岩永宇穣" userId="S::plan@suncac.onmicrosoft.com::e72fc77a-dcc5-4407-b58d-75b00ea4d42b" providerId="AD" clId="Web-{DB82BA31-0268-4D23-6314-456B906E7E9D}" dt="2025-11-27T06:23:00.214" v="20" actId="1076"/>
      <pc:docMkLst>
        <pc:docMk/>
      </pc:docMkLst>
      <pc:sldChg chg="modSp">
        <pc:chgData name="岩永宇穣" userId="S::plan@suncac.onmicrosoft.com::e72fc77a-dcc5-4407-b58d-75b00ea4d42b" providerId="AD" clId="Web-{DB82BA31-0268-4D23-6314-456B906E7E9D}" dt="2025-11-27T06:20:25.836" v="1"/>
        <pc:sldMkLst>
          <pc:docMk/>
          <pc:sldMk cId="2128380218" sldId="256"/>
        </pc:sldMkLst>
        <pc:spChg chg="mod">
          <ac:chgData name="岩永宇穣" userId="S::plan@suncac.onmicrosoft.com::e72fc77a-dcc5-4407-b58d-75b00ea4d42b" providerId="AD" clId="Web-{DB82BA31-0268-4D23-6314-456B906E7E9D}" dt="2025-11-27T06:18:17.942" v="0" actId="20577"/>
          <ac:spMkLst>
            <pc:docMk/>
            <pc:sldMk cId="2128380218" sldId="256"/>
            <ac:spMk id="8" creationId="{9C3C4657-8013-7BA2-E77B-95243D059BC7}"/>
          </ac:spMkLst>
        </pc:spChg>
        <pc:picChg chg="mod">
          <ac:chgData name="岩永宇穣" userId="S::plan@suncac.onmicrosoft.com::e72fc77a-dcc5-4407-b58d-75b00ea4d42b" providerId="AD" clId="Web-{DB82BA31-0268-4D23-6314-456B906E7E9D}" dt="2025-11-27T06:20:25.836" v="1"/>
          <ac:picMkLst>
            <pc:docMk/>
            <pc:sldMk cId="2128380218" sldId="256"/>
            <ac:picMk id="12" creationId="{630FB0C0-A580-1DD1-2B3B-915A2C87E9DA}"/>
          </ac:picMkLst>
        </pc:picChg>
      </pc:sldChg>
      <pc:sldChg chg="modSp">
        <pc:chgData name="岩永宇穣" userId="S::plan@suncac.onmicrosoft.com::e72fc77a-dcc5-4407-b58d-75b00ea4d42b" providerId="AD" clId="Web-{DB82BA31-0268-4D23-6314-456B906E7E9D}" dt="2025-11-27T06:20:46.555" v="4" actId="14100"/>
        <pc:sldMkLst>
          <pc:docMk/>
          <pc:sldMk cId="4200607359" sldId="257"/>
        </pc:sldMkLst>
        <pc:picChg chg="mod">
          <ac:chgData name="岩永宇穣" userId="S::plan@suncac.onmicrosoft.com::e72fc77a-dcc5-4407-b58d-75b00ea4d42b" providerId="AD" clId="Web-{DB82BA31-0268-4D23-6314-456B906E7E9D}" dt="2025-11-27T06:20:46.555" v="4" actId="14100"/>
          <ac:picMkLst>
            <pc:docMk/>
            <pc:sldMk cId="4200607359" sldId="257"/>
            <ac:picMk id="3" creationId="{0763EC76-5B0B-718E-2A0D-71F1F9034C58}"/>
          </ac:picMkLst>
        </pc:picChg>
      </pc:sldChg>
      <pc:sldChg chg="modSp">
        <pc:chgData name="岩永宇穣" userId="S::plan@suncac.onmicrosoft.com::e72fc77a-dcc5-4407-b58d-75b00ea4d42b" providerId="AD" clId="Web-{DB82BA31-0268-4D23-6314-456B906E7E9D}" dt="2025-11-27T06:23:00.214" v="20" actId="1076"/>
        <pc:sldMkLst>
          <pc:docMk/>
          <pc:sldMk cId="2310387818" sldId="258"/>
        </pc:sldMkLst>
        <pc:spChg chg="mod">
          <ac:chgData name="岩永宇穣" userId="S::plan@suncac.onmicrosoft.com::e72fc77a-dcc5-4407-b58d-75b00ea4d42b" providerId="AD" clId="Web-{DB82BA31-0268-4D23-6314-456B906E7E9D}" dt="2025-11-27T06:21:53.244" v="10" actId="14100"/>
          <ac:spMkLst>
            <pc:docMk/>
            <pc:sldMk cId="2310387818" sldId="258"/>
            <ac:spMk id="16" creationId="{CC198F9B-C0A5-D421-83CB-7CD893B9F264}"/>
          </ac:spMkLst>
        </pc:spChg>
        <pc:spChg chg="mod">
          <ac:chgData name="岩永宇穣" userId="S::plan@suncac.onmicrosoft.com::e72fc77a-dcc5-4407-b58d-75b00ea4d42b" providerId="AD" clId="Web-{DB82BA31-0268-4D23-6314-456B906E7E9D}" dt="2025-11-27T06:23:00.214" v="20" actId="1076"/>
          <ac:spMkLst>
            <pc:docMk/>
            <pc:sldMk cId="2310387818" sldId="258"/>
            <ac:spMk id="17" creationId="{925F5990-3EF3-8805-EA8A-CB5B76606203}"/>
          </ac:spMkLst>
        </pc:spChg>
        <pc:spChg chg="mod">
          <ac:chgData name="岩永宇穣" userId="S::plan@suncac.onmicrosoft.com::e72fc77a-dcc5-4407-b58d-75b00ea4d42b" providerId="AD" clId="Web-{DB82BA31-0268-4D23-6314-456B906E7E9D}" dt="2025-11-27T06:22:00.385" v="12" actId="20577"/>
          <ac:spMkLst>
            <pc:docMk/>
            <pc:sldMk cId="2310387818" sldId="258"/>
            <ac:spMk id="18" creationId="{48815804-D474-7C54-3F82-08E7AF0E82B9}"/>
          </ac:spMkLst>
        </pc:spChg>
        <pc:picChg chg="mod">
          <ac:chgData name="岩永宇穣" userId="S::plan@suncac.onmicrosoft.com::e72fc77a-dcc5-4407-b58d-75b00ea4d42b" providerId="AD" clId="Web-{DB82BA31-0268-4D23-6314-456B906E7E9D}" dt="2025-11-27T06:21:46.822" v="8" actId="1076"/>
          <ac:picMkLst>
            <pc:docMk/>
            <pc:sldMk cId="2310387818" sldId="258"/>
            <ac:picMk id="15" creationId="{148BF584-15F2-5E32-544C-A9531851FCFC}"/>
          </ac:picMkLst>
        </pc:picChg>
      </pc:sldChg>
      <pc:sldChg chg="modSp">
        <pc:chgData name="岩永宇穣" userId="S::plan@suncac.onmicrosoft.com::e72fc77a-dcc5-4407-b58d-75b00ea4d42b" providerId="AD" clId="Web-{DB82BA31-0268-4D23-6314-456B906E7E9D}" dt="2025-11-27T06:22:42.495" v="19" actId="1076"/>
        <pc:sldMkLst>
          <pc:docMk/>
          <pc:sldMk cId="2020414051" sldId="259"/>
        </pc:sldMkLst>
        <pc:picChg chg="mod">
          <ac:chgData name="岩永宇穣" userId="S::plan@suncac.onmicrosoft.com::e72fc77a-dcc5-4407-b58d-75b00ea4d42b" providerId="AD" clId="Web-{DB82BA31-0268-4D23-6314-456B906E7E9D}" dt="2025-11-27T06:22:42.495" v="19" actId="1076"/>
          <ac:picMkLst>
            <pc:docMk/>
            <pc:sldMk cId="2020414051" sldId="259"/>
            <ac:picMk id="4" creationId="{D8E0DBCD-7090-4FB4-A9BA-0F098AC6D539}"/>
          </ac:picMkLst>
        </pc:pic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06:37:35.23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5052 7319 16383 0 0,'0'0'0'0'0,"-2"5"0"0"0,-6 18 0 0 0,-11 27 0 0 0,-11 36 0 0 0,-9 34 0 0 0,-7 32 0 0 0,0 18 0 0 0,2 13 0 0 0,7 2 0 0 0,4 8 0 0 0,5 4 0 0 0,8 7 0 0 0,5 2 0 0 0,6-6 0 0 0,4-8 0 0 0,3-1 0 0 0,3-2 0 0 0,4 7 0 0 0,3-2 0 0 0,7 0 0 0 0,5-5 0 0 0,4-5 0 0 0,6-8 0 0 0,5-11 0 0 0,6-11 0 0 0,6-11 0 0 0,4-14 0 0 0,7-3 0 0 0,2-12 0 0 0,5-4 0 0 0,3-6 0 0 0,7-4 0 0 0,2-5 0 0 0,2-7 0 0 0,0-7 0 0 0,1-9 0 0 0,5-2 0 0 0,1-7 0 0 0,1-5 0 0 0,4-4 0 0 0,0-5 0 0 0,2-5 0 0 0,-4-6 0 0 0,-7-6 0 0 0,-5-8 0 0 0,-10-7 0 0 0,-11-7 0 0 0,-15-4 0 0 0,-13-4 0 0 0,-12-2 0 0 0,-8-3 0 0 0,-5 0-16383 0 0,-3-1 16383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06:37:35.23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17683 19681 16383 0 0,'0'0'0'0'0,"7"1"0"0"0,17 4 0 0 0,31 14 0 0 0,38 24 0 0 0,39 32 0 0 0,41 50 0 0 0,18 38 0 0 0,0 40 0 0 0,-18 29 0 0 0,-21 47 0 0 0,-27 44 0 0 0,-27 59 0 0 0,-28 64 0 0 0,-27 45 0 0 0,-23 16 0 0 0,-28 14 0 0 0,-25-27 0 0 0,-34-16 0 0 0,-25-39 0 0 0,-18-49 0 0 0,-4-63 0 0 0,-2-56 0 0 0,9-55 0 0 0,17-57 0 0 0,22-53 0 0 0,23-44 0 0 0,18-32 0 0 0,15-23-16383 0 0,9-11 16383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06:37:33.78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18123 5260 16383 0 0,'3'6'0'0'0,"11"24"0"0"0,12 31 0 0 0,14 41 0 0 0,11 36 0 0 0,2 23 0 0 0,-4 17 0 0 0,-10 3 0 0 0,-12-2 0 0 0,-9 0 0 0 0,-9-9 0 0 0,-8-1 0 0 0,-9-1 0 0 0,-9 8 0 0 0,-13 16 0 0 0,-13 17 0 0 0,-11 20 0 0 0,-9 11 0 0 0,-8 12 0 0 0,-16 31 0 0 0,-12 15 0 0 0,-8-1 0 0 0,-5-14 0 0 0,-4-15 0 0 0,-6-16 0 0 0,1-26 0 0 0,-5-15 0 0 0,0-17 0 0 0,3-23 0 0 0,6-21 0 0 0,5-21 0 0 0,5-21 0 0 0,6-18 0 0 0,-4-9 0 0 0,-4-7 0 0 0,-1-9 0 0 0,-6-5 0 0 0,0-6 0 0 0,1-7 0 0 0,0-3 0 0 0,3-6 0 0 0,8-3 0 0 0,7-4 0 0 0,11-5 0 0 0,5-1 0 0 0,11-5 0 0 0,8-4 0 0 0,8-3 0 0 0,9-4 0 0 0,7-1 0 0 0,7-2 0 0 0,7-3 0 0 0,1 1 0 0 0,-1 0 0 0 0,-4 0 0 0 0,-2-1 0 0 0,2 1 0 0 0,4-2 0 0 0,7 1 0 0 0,2-1 0 0 0,3 0 0 0 0,1-1 0 0 0,1 1 0 0 0,2-1 0 0 0,-2 0 0 0 0,-4 1 0 0 0,-1 0 0 0 0,1-1 0 0 0,1 1 0 0 0,-1 0 0 0 0,-5 0 0 0 0,-2 1 0 0 0,-2 0 0 0 0,2-1 0 0 0,4-1 0 0 0,6 0 0 0 0,3 0 0 0 0,4 0-16383 0 0,2 0 16383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857250" y="1621191"/>
            <a:ext cx="5143500" cy="3448756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2025/11/26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49106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2025/11/26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0515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67916" y="2469622"/>
            <a:ext cx="5915025" cy="4120620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67916" y="6629225"/>
            <a:ext cx="5915025" cy="2166937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82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82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2025/11/26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39047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2025/11/26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95402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72381" y="527404"/>
            <a:ext cx="5915025" cy="1914702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2025/11/26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97884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2025/11/26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395888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2025/11/26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2860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3" cy="23114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2915543" y="1426281"/>
            <a:ext cx="3471863" cy="7039681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3" cy="5505627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2025/11/26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884510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3" cy="23114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2915543" y="1426281"/>
            <a:ext cx="3471863" cy="7039681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3" cy="5505627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2025/11/26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89387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2025/11/26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757471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4907756" y="527403"/>
            <a:ext cx="1478756" cy="8394877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471487" y="527403"/>
            <a:ext cx="4350544" cy="8394877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2025/11/26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50866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02A643-9BB0-4E02-80B2-2C0A5E5D738E}" type="datetimeFigureOut">
              <a:rPr kumimoji="1" lang="ja-JP" altLang="en-US" smtClean="0"/>
              <a:t>2025/11/26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7289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customXml" Target="../ink/ink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qr.quel.jp/url.php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customXml" Target="../ink/ink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155017F8-08EF-C5F4-FEE3-DFF2F41CC5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18574"/>
            <a:ext cx="6859713" cy="296723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30FB0C0-A580-1DD1-2B3B-915A2C87E9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2" y="-4788"/>
            <a:ext cx="6855447" cy="684360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47BF5D2-2602-4D1C-CB54-15F07D0281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9050411"/>
            <a:ext cx="6859713" cy="90979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C3C4657-8013-7BA2-E77B-95243D059BC7}"/>
              </a:ext>
            </a:extLst>
          </p:cNvPr>
          <p:cNvSpPr txBox="1"/>
          <p:nvPr/>
        </p:nvSpPr>
        <p:spPr>
          <a:xfrm>
            <a:off x="410210" y="2684717"/>
            <a:ext cx="6049734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2800" b="1">
                <a:solidFill>
                  <a:schemeClr val="bg1"/>
                </a:solidFill>
                <a:latin typeface="Aptos"/>
                <a:ea typeface="ＭＳ Ｐゴシック"/>
              </a:rPr>
              <a:t>「〇〇〇店舗で使える電子チケット」</a:t>
            </a:r>
            <a:endParaRPr lang="en-US" altLang="ja-JP" sz="2800">
              <a:solidFill>
                <a:schemeClr val="bg1"/>
              </a:solidFill>
              <a:latin typeface="Aptos"/>
              <a:ea typeface="ＭＳ Ｐゴシック"/>
            </a:endParaRPr>
          </a:p>
          <a:p>
            <a:r>
              <a:rPr lang="ja-JP" altLang="en-US" sz="2800" b="1">
                <a:solidFill>
                  <a:schemeClr val="bg1"/>
                </a:solidFill>
                <a:latin typeface="Aptos"/>
                <a:ea typeface="ＭＳ Ｐゴシック"/>
              </a:rPr>
              <a:t>が返礼品です！</a:t>
            </a:r>
            <a:endParaRPr lang="en-US" altLang="ja-JP" sz="2800">
              <a:solidFill>
                <a:schemeClr val="bg1"/>
              </a:solidFill>
              <a:latin typeface="Aptos"/>
              <a:ea typeface="ＭＳ Ｐ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21283802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763EC76-5B0B-718E-2A0D-71F1F9034C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87"/>
            <a:ext cx="6859713" cy="990092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91E0F7C-4FDA-8F26-838A-947CD95F59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0091" y="2584861"/>
            <a:ext cx="906065" cy="896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6073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E004265-360F-A416-A949-991DDA5CABCD}"/>
              </a:ext>
            </a:extLst>
          </p:cNvPr>
          <p:cNvSpPr/>
          <p:nvPr/>
        </p:nvSpPr>
        <p:spPr>
          <a:xfrm>
            <a:off x="373587" y="279498"/>
            <a:ext cx="6122056" cy="721005"/>
          </a:xfrm>
          <a:prstGeom prst="roundRect">
            <a:avLst/>
          </a:prstGeom>
          <a:solidFill>
            <a:srgbClr val="C57D7A"/>
          </a:solidFill>
          <a:ln>
            <a:solidFill>
              <a:srgbClr val="C57D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67FE8F-64AB-742B-0C4E-F985999B2303}"/>
              </a:ext>
            </a:extLst>
          </p:cNvPr>
          <p:cNvSpPr txBox="1"/>
          <p:nvPr/>
        </p:nvSpPr>
        <p:spPr>
          <a:xfrm>
            <a:off x="1415923" y="396044"/>
            <a:ext cx="4045774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ja-JP" altLang="en-US" sz="2800">
                <a:solidFill>
                  <a:schemeClr val="bg1"/>
                </a:solidFill>
                <a:ea typeface="ＭＳ Ｐゴシック"/>
              </a:rPr>
              <a:t>A4チラシの作り方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48BF584-15F2-5E32-544C-A9531851FC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090" y="1845346"/>
            <a:ext cx="5165565" cy="6770256"/>
          </a:xfrm>
          <a:prstGeom prst="rect">
            <a:avLst/>
          </a:prstGeom>
        </p:spPr>
      </p:pic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C198F9B-C0A5-D421-83CB-7CD893B9F264}"/>
              </a:ext>
            </a:extLst>
          </p:cNvPr>
          <p:cNvSpPr/>
          <p:nvPr/>
        </p:nvSpPr>
        <p:spPr>
          <a:xfrm>
            <a:off x="1579538" y="3809884"/>
            <a:ext cx="1368907" cy="315941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25F5990-3EF3-8805-EA8A-CB5B76606203}"/>
              </a:ext>
            </a:extLst>
          </p:cNvPr>
          <p:cNvSpPr/>
          <p:nvPr/>
        </p:nvSpPr>
        <p:spPr>
          <a:xfrm>
            <a:off x="1338616" y="5839243"/>
            <a:ext cx="4204202" cy="1865322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8815804-D474-7C54-3F82-08E7AF0E82B9}"/>
              </a:ext>
            </a:extLst>
          </p:cNvPr>
          <p:cNvSpPr txBox="1"/>
          <p:nvPr/>
        </p:nvSpPr>
        <p:spPr>
          <a:xfrm>
            <a:off x="714679" y="1474174"/>
            <a:ext cx="299926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>
                <a:ea typeface="ＭＳ Ｐゴシック"/>
              </a:rPr>
              <a:t>ショップ名を入力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6D3C963-26AA-AB75-0AE4-D88D9328CB68}"/>
              </a:ext>
            </a:extLst>
          </p:cNvPr>
          <p:cNvSpPr txBox="1"/>
          <p:nvPr/>
        </p:nvSpPr>
        <p:spPr>
          <a:xfrm>
            <a:off x="2848323" y="8728432"/>
            <a:ext cx="2999261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>
                <a:ea typeface="ＭＳ Ｐゴシック"/>
              </a:rPr>
              <a:t>ショップのイメージ画像を</a:t>
            </a:r>
          </a:p>
          <a:p>
            <a:r>
              <a:rPr lang="ja-JP" altLang="en-US">
                <a:ea typeface="ＭＳ Ｐゴシック"/>
              </a:rPr>
              <a:t>「画像の変更」から置き換え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F7C980AA-FBCC-5454-E476-433CCF33D822}"/>
                  </a:ext>
                </a:extLst>
              </p14:cNvPr>
              <p14:cNvContentPartPr/>
              <p14:nvPr/>
            </p14:nvContentPartPr>
            <p14:xfrm>
              <a:off x="890311" y="1941796"/>
              <a:ext cx="690430" cy="2025944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F7C980AA-FBCC-5454-E476-433CCF33D82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72322" y="1923797"/>
                <a:ext cx="726049" cy="206158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71859E06-A4EA-05C8-0DEB-274897B10E4A}"/>
                  </a:ext>
                </a:extLst>
              </p14:cNvPr>
              <p14:cNvContentPartPr/>
              <p14:nvPr/>
            </p14:nvContentPartPr>
            <p14:xfrm>
              <a:off x="5569233" y="6771465"/>
              <a:ext cx="556853" cy="2446011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71859E06-A4EA-05C8-0DEB-274897B10E4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551247" y="6753466"/>
                <a:ext cx="592466" cy="2481648"/>
              </a:xfrm>
              <a:prstGeom prst="rect">
                <a:avLst/>
              </a:prstGeom>
            </p:spPr>
          </p:pic>
        </mc:Fallback>
      </mc:AlternateContent>
      <p:sp>
        <p:nvSpPr>
          <p:cNvPr id="29" name="TextBox 28">
            <a:extLst>
              <a:ext uri="{FF2B5EF4-FFF2-40B4-BE49-F238E27FC236}">
                <a16:creationId xmlns:a16="http://schemas.microsoft.com/office/drawing/2014/main" id="{1B6096F2-1ADB-F2B5-99F3-57D67A76F261}"/>
              </a:ext>
            </a:extLst>
          </p:cNvPr>
          <p:cNvSpPr txBox="1"/>
          <p:nvPr/>
        </p:nvSpPr>
        <p:spPr>
          <a:xfrm>
            <a:off x="5625734" y="1172062"/>
            <a:ext cx="85846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1400">
                <a:solidFill>
                  <a:schemeClr val="accent1"/>
                </a:solidFill>
                <a:ea typeface="ＭＳ Ｐゴシック"/>
              </a:rPr>
              <a:t>オモテ面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F25E266-6B14-22D4-3B8A-7AC4DD0D9760}"/>
              </a:ext>
            </a:extLst>
          </p:cNvPr>
          <p:cNvSpPr/>
          <p:nvPr/>
        </p:nvSpPr>
        <p:spPr>
          <a:xfrm>
            <a:off x="5627196" y="1158877"/>
            <a:ext cx="853657" cy="30715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3878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8E0DBCD-7090-4FB4-A9BA-0F098AC6D5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368" y="1697438"/>
            <a:ext cx="5116626" cy="67131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71F69FB-67C2-EA02-8C0B-A489C02CA087}"/>
              </a:ext>
            </a:extLst>
          </p:cNvPr>
          <p:cNvSpPr txBox="1"/>
          <p:nvPr/>
        </p:nvSpPr>
        <p:spPr>
          <a:xfrm>
            <a:off x="1072289" y="960586"/>
            <a:ext cx="85846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ja-JP" altLang="en-US" sz="1400">
                <a:solidFill>
                  <a:schemeClr val="accent1"/>
                </a:solidFill>
                <a:ea typeface="ＭＳ Ｐゴシック"/>
              </a:rPr>
              <a:t>ウラ面</a:t>
            </a: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5FAB9DC-7370-BC34-66F9-318CAE69C6DB}"/>
              </a:ext>
            </a:extLst>
          </p:cNvPr>
          <p:cNvSpPr/>
          <p:nvPr/>
        </p:nvSpPr>
        <p:spPr>
          <a:xfrm>
            <a:off x="1073751" y="934511"/>
            <a:ext cx="853657" cy="30715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752A60A-BF09-C4FA-5876-6B2D1E871EB5}"/>
              </a:ext>
            </a:extLst>
          </p:cNvPr>
          <p:cNvSpPr/>
          <p:nvPr/>
        </p:nvSpPr>
        <p:spPr>
          <a:xfrm>
            <a:off x="4156632" y="3460165"/>
            <a:ext cx="786337" cy="761154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BCF89C5-E634-0787-3635-4118DF34BE58}"/>
              </a:ext>
            </a:extLst>
          </p:cNvPr>
          <p:cNvSpPr txBox="1"/>
          <p:nvPr/>
        </p:nvSpPr>
        <p:spPr>
          <a:xfrm>
            <a:off x="2669721" y="428090"/>
            <a:ext cx="3656115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1600">
                <a:ea typeface="ＭＳ Ｐゴシック"/>
              </a:rPr>
              <a:t>ふるさとズの店舗専用ページのURLからQRコードを作成し、差し替える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C3B604-9113-A08A-F086-932A87D225B2}"/>
              </a:ext>
            </a:extLst>
          </p:cNvPr>
          <p:cNvSpPr txBox="1"/>
          <p:nvPr/>
        </p:nvSpPr>
        <p:spPr>
          <a:xfrm>
            <a:off x="2657888" y="1017998"/>
            <a:ext cx="3934442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1200">
                <a:ea typeface="ＭＳ Ｐゴシック"/>
                <a:cs typeface="+mn-lt"/>
                <a:hlinkClick r:id="rId3"/>
              </a:rPr>
              <a:t>こちらのサイトから</a:t>
            </a:r>
            <a:r>
              <a:rPr lang="ja-JP" altLang="en-US" sz="1200">
                <a:ea typeface="ＭＳ Ｐゴシック"/>
              </a:rPr>
              <a:t>QRコードを簡単に作成できます</a:t>
            </a:r>
            <a:endParaRPr lang="ja-JP" sz="1200">
              <a:ea typeface="ＭＳ Ｐゴシック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4664F824-7F45-6070-EECB-890E0E99A81A}"/>
                  </a:ext>
                </a:extLst>
              </p14:cNvPr>
              <p14:cNvContentPartPr/>
              <p14:nvPr/>
            </p14:nvContentPartPr>
            <p14:xfrm>
              <a:off x="4978754" y="1269997"/>
              <a:ext cx="1399694" cy="2409051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4664F824-7F45-6070-EECB-890E0E99A81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960758" y="1252000"/>
                <a:ext cx="1435325" cy="2444685"/>
              </a:xfrm>
              <a:prstGeom prst="rect">
                <a:avLst/>
              </a:prstGeom>
            </p:spPr>
          </p:pic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E9A9146E-C423-5A25-3BA9-DBB217F0ADDE}"/>
              </a:ext>
            </a:extLst>
          </p:cNvPr>
          <p:cNvSpPr txBox="1"/>
          <p:nvPr/>
        </p:nvSpPr>
        <p:spPr>
          <a:xfrm>
            <a:off x="4138222" y="9589409"/>
            <a:ext cx="2743200" cy="2154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800">
                <a:solidFill>
                  <a:srgbClr val="757575"/>
                </a:solidFill>
                <a:latin typeface="メイリオ"/>
                <a:ea typeface="メイリオ"/>
              </a:rPr>
              <a:t>QR</a:t>
            </a:r>
            <a:r>
              <a:rPr lang="ja-JP" altLang="en-US" sz="800">
                <a:solidFill>
                  <a:srgbClr val="757575"/>
                </a:solidFill>
                <a:latin typeface="メイリオ"/>
                <a:ea typeface="メイリオ"/>
              </a:rPr>
              <a:t>コードは株式会社デンソーウェーブの登録商標です</a:t>
            </a:r>
            <a:endParaRPr lang="en-US" sz="800"/>
          </a:p>
        </p:txBody>
      </p:sp>
    </p:spTree>
    <p:extLst>
      <p:ext uri="{BB962C8B-B14F-4D97-AF65-F5344CB8AC3E}">
        <p14:creationId xmlns:p14="http://schemas.microsoft.com/office/powerpoint/2010/main" val="20204140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A4 Paper (210x297 mm)</PresentationFormat>
  <Slides>4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テーマ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14</cp:revision>
  <dcterms:created xsi:type="dcterms:W3CDTF">2025-09-22T06:34:49Z</dcterms:created>
  <dcterms:modified xsi:type="dcterms:W3CDTF">2025-11-27T06:23:04Z</dcterms:modified>
</cp:coreProperties>
</file>