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0296525" cy="1285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E82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028D84-AB0D-1D9E-F9E1-501FCE6F0AF7}" v="1" dt="2025-12-23T07:03:46.655"/>
    <p1510:client id="{67351B6D-39F0-4202-0C69-E537B2BD654D}" v="125" dt="2025-12-24T02:58:4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F3A0E-D652-4D8F-D228-E5DB1F91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3" r="3453"/>
          <a:stretch>
            <a:fillRect/>
          </a:stretch>
        </p:blipFill>
        <p:spPr>
          <a:xfrm>
            <a:off x="2902" y="5472000"/>
            <a:ext cx="10300306" cy="7376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10A137-213B-1336-5A70-CE1049ADD945}"/>
              </a:ext>
            </a:extLst>
          </p:cNvPr>
          <p:cNvSpPr/>
          <p:nvPr/>
        </p:nvSpPr>
        <p:spPr>
          <a:xfrm>
            <a:off x="-1744" y="-1368"/>
            <a:ext cx="10297522" cy="5471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70D77-62DC-56EF-043D-AA7E680EA134}"/>
              </a:ext>
            </a:extLst>
          </p:cNvPr>
          <p:cNvSpPr txBox="1"/>
          <p:nvPr/>
        </p:nvSpPr>
        <p:spPr>
          <a:xfrm>
            <a:off x="431776" y="2050520"/>
            <a:ext cx="9438015" cy="255454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8000">
                <a:solidFill>
                  <a:srgbClr val="000000"/>
                </a:solidFill>
                <a:latin typeface="MS Gothic"/>
                <a:ea typeface="MS Gothic"/>
                <a:cs typeface="+mn-lt"/>
              </a:rPr>
              <a:t>ふるさと納税で</a:t>
            </a:r>
          </a:p>
          <a:p>
            <a:pPr algn="ctr"/>
            <a:r>
              <a:rPr lang="ja-JP" altLang="en-US" sz="8000">
                <a:latin typeface="MS Gothic"/>
                <a:ea typeface="MS Gothic"/>
                <a:cs typeface="Calibri"/>
              </a:rPr>
              <a:t>お支払いできます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48FF6-3C2A-0A59-0C6F-5EF67A7A9468}"/>
              </a:ext>
            </a:extLst>
          </p:cNvPr>
          <p:cNvSpPr/>
          <p:nvPr/>
        </p:nvSpPr>
        <p:spPr>
          <a:xfrm>
            <a:off x="9998" y="11593310"/>
            <a:ext cx="10297128" cy="1273222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C13C1-E73C-B1EE-AE0F-6C5B3CA87B69}"/>
              </a:ext>
            </a:extLst>
          </p:cNvPr>
          <p:cNvSpPr txBox="1"/>
          <p:nvPr/>
        </p:nvSpPr>
        <p:spPr>
          <a:xfrm>
            <a:off x="219568" y="11875598"/>
            <a:ext cx="9862278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000" b="1">
                <a:solidFill>
                  <a:schemeClr val="bg1"/>
                </a:solidFill>
                <a:ea typeface="ＭＳ Ｐゴシック"/>
                <a:cs typeface="Calibri"/>
              </a:rPr>
              <a:t>ふるさとズで寄附をして〇〇市を応援しよう！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132EC-398D-7081-59A9-1372F913E38D}"/>
              </a:ext>
            </a:extLst>
          </p:cNvPr>
          <p:cNvSpPr txBox="1"/>
          <p:nvPr/>
        </p:nvSpPr>
        <p:spPr>
          <a:xfrm>
            <a:off x="219197" y="955876"/>
            <a:ext cx="9862278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000" b="1">
                <a:solidFill>
                  <a:srgbClr val="000000"/>
                </a:solidFill>
                <a:ea typeface="ＭＳ Ｐゴシック"/>
                <a:cs typeface="Calibri"/>
              </a:rPr>
              <a:t>事業者名</a:t>
            </a:r>
            <a:endParaRPr lang="ja-JP" altLang="en-US" sz="4000" b="1" dirty="0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993F-490A-9F57-122D-808F0601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89017B-C334-0F14-591C-FAF570DE3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1963"/>
            <a:ext cx="10297522" cy="12884363"/>
          </a:xfrm>
          <a:prstGeom prst="rect">
            <a:avLst/>
          </a:prstGeom>
          <a:solidFill>
            <a:srgbClr val="EE82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AEC4A2E-8F8C-BD5B-EDA3-9F61CEA1B926}"/>
              </a:ext>
            </a:extLst>
          </p:cNvPr>
          <p:cNvSpPr/>
          <p:nvPr/>
        </p:nvSpPr>
        <p:spPr>
          <a:xfrm>
            <a:off x="1388106" y="8984382"/>
            <a:ext cx="6180118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49EE8BF-1877-C947-8094-69DAC3AAF69C}"/>
              </a:ext>
            </a:extLst>
          </p:cNvPr>
          <p:cNvSpPr/>
          <p:nvPr/>
        </p:nvSpPr>
        <p:spPr>
          <a:xfrm>
            <a:off x="1388106" y="7945036"/>
            <a:ext cx="3455992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134A3-8B7C-AACA-2306-E1D8103FE38A}"/>
              </a:ext>
            </a:extLst>
          </p:cNvPr>
          <p:cNvSpPr txBox="1"/>
          <p:nvPr/>
        </p:nvSpPr>
        <p:spPr>
          <a:xfrm>
            <a:off x="1013520" y="1331438"/>
            <a:ext cx="7445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7800">
                <a:solidFill>
                  <a:srgbClr val="FFFFFF"/>
                </a:solidFill>
                <a:latin typeface="MS Gothic"/>
                <a:ea typeface="MS Gothic"/>
                <a:cs typeface="Calibri"/>
              </a:rPr>
              <a:t>ふるさと納税で</a:t>
            </a:r>
            <a:endParaRPr lang="ja-JP" sz="7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14F94-CE48-9690-DAAC-227A554112D4}"/>
              </a:ext>
            </a:extLst>
          </p:cNvPr>
          <p:cNvSpPr txBox="1"/>
          <p:nvPr/>
        </p:nvSpPr>
        <p:spPr>
          <a:xfrm>
            <a:off x="885184" y="2798866"/>
            <a:ext cx="7445139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0" b="1">
                <a:solidFill>
                  <a:srgbClr val="FFFFFF"/>
                </a:solidFill>
                <a:latin typeface="Yu Gothic"/>
                <a:ea typeface="Yu Gothic"/>
                <a:cs typeface="Calibri"/>
              </a:rPr>
              <a:t>お支払い</a:t>
            </a:r>
          </a:p>
          <a:p>
            <a:pPr algn="ctr"/>
            <a:r>
              <a:rPr lang="ja-JP" altLang="en-US" sz="14000" b="1">
                <a:solidFill>
                  <a:srgbClr val="FFFFFF"/>
                </a:solidFill>
                <a:latin typeface="Yu Gothic"/>
                <a:ea typeface="Yu Gothic"/>
                <a:cs typeface="Calibri"/>
              </a:rPr>
              <a:t>できます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92F4E1B-70F7-3149-F5F8-881E78E07106}"/>
              </a:ext>
            </a:extLst>
          </p:cNvPr>
          <p:cNvSpPr txBox="1"/>
          <p:nvPr/>
        </p:nvSpPr>
        <p:spPr>
          <a:xfrm>
            <a:off x="1388106" y="9017803"/>
            <a:ext cx="618011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800" b="1">
                <a:solidFill>
                  <a:srgbClr val="EE827C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Calibri"/>
              </a:rPr>
              <a:t>会員登録なしでも</a:t>
            </a:r>
            <a:r>
              <a:rPr lang="en-US" altLang="ja-JP" sz="4800" b="1">
                <a:solidFill>
                  <a:srgbClr val="EE827C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Calibri"/>
              </a:rPr>
              <a:t>OK</a:t>
            </a:r>
            <a:endParaRPr lang="ja-JP" sz="1050" b="1">
              <a:solidFill>
                <a:srgbClr val="EE827C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44D0E2D-B547-4458-BE39-C799532BB023}"/>
              </a:ext>
            </a:extLst>
          </p:cNvPr>
          <p:cNvSpPr txBox="1"/>
          <p:nvPr/>
        </p:nvSpPr>
        <p:spPr>
          <a:xfrm>
            <a:off x="1464306" y="7945037"/>
            <a:ext cx="324837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800" b="1">
                <a:solidFill>
                  <a:srgbClr val="EE827C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Calibri"/>
              </a:rPr>
              <a:t>アプリ不要</a:t>
            </a:r>
            <a:endParaRPr lang="ja-JP" sz="1050" b="1">
              <a:solidFill>
                <a:srgbClr val="EE827C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5960892-DC8A-6A2E-C931-FC81B1F0A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303" y="10621108"/>
            <a:ext cx="4422528" cy="1816085"/>
          </a:xfrm>
          <a:prstGeom prst="rect">
            <a:avLst/>
          </a:prstGeom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764678CD-D522-F1F0-403C-C561A1FF4D3B}"/>
              </a:ext>
            </a:extLst>
          </p:cNvPr>
          <p:cNvSpPr/>
          <p:nvPr/>
        </p:nvSpPr>
        <p:spPr>
          <a:xfrm>
            <a:off x="1464306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2C07481-FD4A-A61C-855D-93BD1B31BA14}"/>
              </a:ext>
            </a:extLst>
          </p:cNvPr>
          <p:cNvSpPr/>
          <p:nvPr/>
        </p:nvSpPr>
        <p:spPr>
          <a:xfrm>
            <a:off x="2499944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4EF9D2A-8FBC-EA59-83BA-1DCD0C034A5A}"/>
              </a:ext>
            </a:extLst>
          </p:cNvPr>
          <p:cNvSpPr/>
          <p:nvPr/>
        </p:nvSpPr>
        <p:spPr>
          <a:xfrm>
            <a:off x="3515262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9EC7674-3669-DE0D-3561-696BA25F6D89}"/>
              </a:ext>
            </a:extLst>
          </p:cNvPr>
          <p:cNvSpPr/>
          <p:nvPr/>
        </p:nvSpPr>
        <p:spPr>
          <a:xfrm>
            <a:off x="4434935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A766BFA1-F9A4-0360-041C-A08BDED92B18}"/>
              </a:ext>
            </a:extLst>
          </p:cNvPr>
          <p:cNvSpPr/>
          <p:nvPr/>
        </p:nvSpPr>
        <p:spPr>
          <a:xfrm>
            <a:off x="5450253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0BC6710E-37DC-FF78-28B4-1F0BF8E344A0}"/>
              </a:ext>
            </a:extLst>
          </p:cNvPr>
          <p:cNvSpPr/>
          <p:nvPr/>
        </p:nvSpPr>
        <p:spPr>
          <a:xfrm>
            <a:off x="6465571" y="1153694"/>
            <a:ext cx="191774" cy="177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4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FCC5-84A7-7BEA-288C-438BB05D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551F969-AF19-4A68-E877-94560E3E81B4}"/>
              </a:ext>
            </a:extLst>
          </p:cNvPr>
          <p:cNvSpPr/>
          <p:nvPr/>
        </p:nvSpPr>
        <p:spPr>
          <a:xfrm>
            <a:off x="1388106" y="8984382"/>
            <a:ext cx="5957574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B5358D3-BED2-071B-CDE2-55174643DCD9}"/>
              </a:ext>
            </a:extLst>
          </p:cNvPr>
          <p:cNvSpPr/>
          <p:nvPr/>
        </p:nvSpPr>
        <p:spPr>
          <a:xfrm>
            <a:off x="1388106" y="7945036"/>
            <a:ext cx="3455992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33E20-E4C5-AB01-3357-83F18658C70D}"/>
              </a:ext>
            </a:extLst>
          </p:cNvPr>
          <p:cNvSpPr txBox="1"/>
          <p:nvPr/>
        </p:nvSpPr>
        <p:spPr>
          <a:xfrm>
            <a:off x="1013520" y="1587450"/>
            <a:ext cx="7445139" cy="1093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8000" b="1"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ふるさと納税で</a:t>
            </a:r>
            <a:endParaRPr lang="ja-JP" b="1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B66A8-6121-4747-E17B-F1E0E7B7AB5A}"/>
              </a:ext>
            </a:extLst>
          </p:cNvPr>
          <p:cNvSpPr txBox="1"/>
          <p:nvPr/>
        </p:nvSpPr>
        <p:spPr>
          <a:xfrm>
            <a:off x="885184" y="2931543"/>
            <a:ext cx="7445139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0" b="1"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お支払い</a:t>
            </a:r>
          </a:p>
          <a:p>
            <a:pPr algn="ctr"/>
            <a:r>
              <a:rPr lang="ja-JP" altLang="en-US" sz="14000" b="1"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できます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3BD3319-D7CB-F961-0593-F0D4C54DF345}"/>
              </a:ext>
            </a:extLst>
          </p:cNvPr>
          <p:cNvSpPr txBox="1"/>
          <p:nvPr/>
        </p:nvSpPr>
        <p:spPr>
          <a:xfrm>
            <a:off x="1148079" y="9015471"/>
            <a:ext cx="646470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8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会員登録なしでも</a:t>
            </a:r>
            <a:r>
              <a:rPr lang="en-US" altLang="ja-JP" sz="48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OK</a:t>
            </a:r>
            <a:endParaRPr lang="ja-JP" sz="1050" b="1">
              <a:solidFill>
                <a:schemeClr val="bg1"/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6FB416C-BCCE-54A2-802B-B57BD2BB89FE}"/>
              </a:ext>
            </a:extLst>
          </p:cNvPr>
          <p:cNvSpPr txBox="1"/>
          <p:nvPr/>
        </p:nvSpPr>
        <p:spPr>
          <a:xfrm>
            <a:off x="1388106" y="7945036"/>
            <a:ext cx="3248371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8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Calibri"/>
              </a:rPr>
              <a:t>アプリ不要</a:t>
            </a:r>
            <a:endParaRPr lang="ja-JP" sz="1050" b="1">
              <a:solidFill>
                <a:schemeClr val="bg1"/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2DC7AAB2-E5F4-07C6-6491-35670A765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2021" y="11064292"/>
            <a:ext cx="3839613" cy="1049412"/>
          </a:xfrm>
          <a:prstGeom prst="rect">
            <a:avLst/>
          </a:prstGeom>
        </p:spPr>
      </p:pic>
      <p:sp>
        <p:nvSpPr>
          <p:cNvPr id="16" name="楕円 15">
            <a:extLst>
              <a:ext uri="{FF2B5EF4-FFF2-40B4-BE49-F238E27FC236}">
                <a16:creationId xmlns:a16="http://schemas.microsoft.com/office/drawing/2014/main" id="{AD55D229-F863-B7B1-7F1D-28020F68866A}"/>
              </a:ext>
            </a:extLst>
          </p:cNvPr>
          <p:cNvSpPr/>
          <p:nvPr/>
        </p:nvSpPr>
        <p:spPr>
          <a:xfrm>
            <a:off x="1624726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C3A69335-4E75-0E25-EE7C-369DF41DFA6D}"/>
              </a:ext>
            </a:extLst>
          </p:cNvPr>
          <p:cNvSpPr/>
          <p:nvPr/>
        </p:nvSpPr>
        <p:spPr>
          <a:xfrm>
            <a:off x="2660364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A33C7FD-863C-D070-8D57-045EB480D852}"/>
              </a:ext>
            </a:extLst>
          </p:cNvPr>
          <p:cNvSpPr/>
          <p:nvPr/>
        </p:nvSpPr>
        <p:spPr>
          <a:xfrm>
            <a:off x="3675682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E886AE73-E1CE-BD47-FF8B-2F91B80D5749}"/>
              </a:ext>
            </a:extLst>
          </p:cNvPr>
          <p:cNvSpPr/>
          <p:nvPr/>
        </p:nvSpPr>
        <p:spPr>
          <a:xfrm>
            <a:off x="4595355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5E55358-715E-BEBD-B15F-DB0919D5F3C0}"/>
              </a:ext>
            </a:extLst>
          </p:cNvPr>
          <p:cNvSpPr/>
          <p:nvPr/>
        </p:nvSpPr>
        <p:spPr>
          <a:xfrm>
            <a:off x="5610673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D3CE98E-77FD-007C-1D52-FEEF0BFE0F56}"/>
              </a:ext>
            </a:extLst>
          </p:cNvPr>
          <p:cNvSpPr/>
          <p:nvPr/>
        </p:nvSpPr>
        <p:spPr>
          <a:xfrm>
            <a:off x="6625991" y="1278820"/>
            <a:ext cx="191774" cy="17706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94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DD142E7-7426-3066-B75A-D1EE2B2A52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901354"/>
            <a:ext cx="10296525" cy="49510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B76ED8-EA84-049E-8720-47ABC31B1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33" y="1959267"/>
            <a:ext cx="4123748" cy="4954829"/>
          </a:xfrm>
          <a:prstGeom prst="rect">
            <a:avLst/>
          </a:prstGeom>
        </p:spPr>
      </p:pic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7E711BB-88E6-0D7B-4A29-63F1D0FC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33" y="8695871"/>
            <a:ext cx="2639679" cy="3294104"/>
          </a:xfrm>
          <a:prstGeom prst="rect">
            <a:avLst/>
          </a:prstGeom>
        </p:spPr>
      </p:pic>
      <p:pic>
        <p:nvPicPr>
          <p:cNvPr id="7" name="図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1D479816-3680-EB3C-F87A-22570640A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422" y="8695871"/>
            <a:ext cx="2639679" cy="3294104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579F0B91-19B1-8D63-73FA-AF7A84771B5F}"/>
              </a:ext>
            </a:extLst>
          </p:cNvPr>
          <p:cNvSpPr txBox="1"/>
          <p:nvPr/>
        </p:nvSpPr>
        <p:spPr>
          <a:xfrm>
            <a:off x="486662" y="602659"/>
            <a:ext cx="48834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>
                <a:ea typeface="ＭＳ Ｐゴシック"/>
              </a:rPr>
              <a:t>画像の編集について</a:t>
            </a:r>
            <a:endParaRPr lang="en-US" sz="4000"/>
          </a:p>
        </p:txBody>
      </p:sp>
      <p:cxnSp>
        <p:nvCxnSpPr>
          <p:cNvPr id="10" name="Straight Arrow Connector 29">
            <a:extLst>
              <a:ext uri="{FF2B5EF4-FFF2-40B4-BE49-F238E27FC236}">
                <a16:creationId xmlns:a16="http://schemas.microsoft.com/office/drawing/2014/main" id="{A48858FB-40E9-8B9C-3D3F-A463382F46D3}"/>
              </a:ext>
            </a:extLst>
          </p:cNvPr>
          <p:cNvCxnSpPr>
            <a:cxnSpLocks/>
          </p:cNvCxnSpPr>
          <p:nvPr/>
        </p:nvCxnSpPr>
        <p:spPr>
          <a:xfrm flipV="1">
            <a:off x="544505" y="1310545"/>
            <a:ext cx="9096800" cy="5565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5">
            <a:extLst>
              <a:ext uri="{FF2B5EF4-FFF2-40B4-BE49-F238E27FC236}">
                <a16:creationId xmlns:a16="http://schemas.microsoft.com/office/drawing/2014/main" id="{10557A2C-1AEC-63BC-E976-BE0EDD760789}"/>
              </a:ext>
            </a:extLst>
          </p:cNvPr>
          <p:cNvSpPr txBox="1"/>
          <p:nvPr/>
        </p:nvSpPr>
        <p:spPr>
          <a:xfrm>
            <a:off x="5538556" y="4436681"/>
            <a:ext cx="412374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solidFill>
                  <a:schemeClr val="accent1"/>
                </a:solidFill>
                <a:ea typeface="ＭＳ Ｐゴシック"/>
              </a:rPr>
              <a:t>画像を選択&gt;右クリック&gt;画像の変更</a:t>
            </a:r>
            <a:r>
              <a:rPr lang="ja-JP" altLang="en-US" sz="2400">
                <a:ea typeface="ＭＳ Ｐゴシック"/>
              </a:rPr>
              <a:t>から、お好きな画像に変更できます。</a:t>
            </a:r>
            <a:endParaRPr lang="en-US" altLang="ja-JP" sz="2400"/>
          </a:p>
          <a:p>
            <a:r>
              <a:rPr lang="ja-JP" altLang="en-US" sz="2400">
                <a:ea typeface="ＭＳ Ｐゴシック"/>
              </a:rPr>
              <a:t>色やレイアウトも自由に編集していただいて構いません。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CAD249D0-2E0D-225B-3541-CD88193E993D}"/>
              </a:ext>
            </a:extLst>
          </p:cNvPr>
          <p:cNvSpPr txBox="1"/>
          <p:nvPr/>
        </p:nvSpPr>
        <p:spPr>
          <a:xfrm>
            <a:off x="6978016" y="8695871"/>
            <a:ext cx="28085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ea typeface="ＭＳ Ｐゴシック"/>
              </a:rPr>
              <a:t>こちらの画像も色やフォントなどご自由にご変更ください。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93A805-550D-30E0-2CA3-B828DFA951F6}"/>
              </a:ext>
            </a:extLst>
          </p:cNvPr>
          <p:cNvSpPr/>
          <p:nvPr/>
        </p:nvSpPr>
        <p:spPr>
          <a:xfrm>
            <a:off x="1122744" y="4115918"/>
            <a:ext cx="3472405" cy="2465408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D8A923C-B361-7F53-81C7-068A4F943255}"/>
              </a:ext>
            </a:extLst>
          </p:cNvPr>
          <p:cNvSpPr/>
          <p:nvPr/>
        </p:nvSpPr>
        <p:spPr>
          <a:xfrm>
            <a:off x="2254081" y="2474387"/>
            <a:ext cx="1209732" cy="328705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3FAFF59-BB84-4A90-7AC5-51C5B4A315A6}"/>
              </a:ext>
            </a:extLst>
          </p:cNvPr>
          <p:cNvSpPr/>
          <p:nvPr/>
        </p:nvSpPr>
        <p:spPr>
          <a:xfrm>
            <a:off x="2886007" y="6198027"/>
            <a:ext cx="649673" cy="328705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96DA99BD-3601-6D13-6ACC-9D940145924B}"/>
              </a:ext>
            </a:extLst>
          </p:cNvPr>
          <p:cNvSpPr txBox="1"/>
          <p:nvPr/>
        </p:nvSpPr>
        <p:spPr>
          <a:xfrm>
            <a:off x="5517558" y="2176926"/>
            <a:ext cx="41237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ea typeface="ＭＳ Ｐゴシック"/>
              </a:rPr>
              <a:t>事業者名をご記入ください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CE3900A8-5814-1FD5-BE78-17098F04C2B2}"/>
              </a:ext>
            </a:extLst>
          </p:cNvPr>
          <p:cNvSpPr txBox="1"/>
          <p:nvPr/>
        </p:nvSpPr>
        <p:spPr>
          <a:xfrm>
            <a:off x="4507284" y="6912151"/>
            <a:ext cx="41237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ea typeface="ＭＳ Ｐゴシック"/>
              </a:rPr>
              <a:t>自治体名をご記入ください</a:t>
            </a:r>
          </a:p>
        </p:txBody>
      </p:sp>
      <p:cxnSp>
        <p:nvCxnSpPr>
          <p:cNvPr id="27" name="コネクタ: 曲線 26">
            <a:extLst>
              <a:ext uri="{FF2B5EF4-FFF2-40B4-BE49-F238E27FC236}">
                <a16:creationId xmlns:a16="http://schemas.microsoft.com/office/drawing/2014/main" id="{E562E541-07F2-E78A-BFCF-BC03D5B6A1BB}"/>
              </a:ext>
            </a:extLst>
          </p:cNvPr>
          <p:cNvCxnSpPr>
            <a:stCxn id="20" idx="1"/>
          </p:cNvCxnSpPr>
          <p:nvPr/>
        </p:nvCxnSpPr>
        <p:spPr>
          <a:xfrm rot="10800000" flipV="1">
            <a:off x="3535680" y="2407759"/>
            <a:ext cx="1981878" cy="23083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曲線 28">
            <a:extLst>
              <a:ext uri="{FF2B5EF4-FFF2-40B4-BE49-F238E27FC236}">
                <a16:creationId xmlns:a16="http://schemas.microsoft.com/office/drawing/2014/main" id="{CF0787DB-1E79-1F3B-8834-6363D62AD9A8}"/>
              </a:ext>
            </a:extLst>
          </p:cNvPr>
          <p:cNvCxnSpPr>
            <a:stCxn id="14" idx="1"/>
          </p:cNvCxnSpPr>
          <p:nvPr/>
        </p:nvCxnSpPr>
        <p:spPr>
          <a:xfrm rot="10800000">
            <a:off x="4595150" y="5089093"/>
            <a:ext cx="943407" cy="3170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曲線 30">
            <a:extLst>
              <a:ext uri="{FF2B5EF4-FFF2-40B4-BE49-F238E27FC236}">
                <a16:creationId xmlns:a16="http://schemas.microsoft.com/office/drawing/2014/main" id="{AD3EEC84-6E06-1F1A-94D0-CA4425B05E48}"/>
              </a:ext>
            </a:extLst>
          </p:cNvPr>
          <p:cNvCxnSpPr>
            <a:stCxn id="21" idx="1"/>
            <a:endCxn id="19" idx="2"/>
          </p:cNvCxnSpPr>
          <p:nvPr/>
        </p:nvCxnSpPr>
        <p:spPr>
          <a:xfrm rot="10800000">
            <a:off x="3210844" y="6526732"/>
            <a:ext cx="1296440" cy="61625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00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AA-051</dc:creator>
  <cp:keywords/>
  <dc:description>generated using python-pptx</dc:description>
  <cp:revision>85</cp:revision>
  <dcterms:created xsi:type="dcterms:W3CDTF">2013-01-27T09:14:16Z</dcterms:created>
  <dcterms:modified xsi:type="dcterms:W3CDTF">2025-12-24T02:59:03Z</dcterms:modified>
  <cp:category/>
</cp:coreProperties>
</file>