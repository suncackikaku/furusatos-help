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91A83-B19C-A853-FA7B-1E8531A11D3A}" v="77" dt="2025-11-27T05:53:05.024"/>
    <p1510:client id="{DAC66D5C-BF4A-800B-3E4C-269A6D992E27}" v="35" dt="2025-11-27T05:22:1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788"/>
            <a:ext cx="6857423" cy="6843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7BF5D2-2602-4D1C-CB54-15F07D028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50411"/>
            <a:ext cx="6859713" cy="90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</a:t>
            </a:r>
            <a:r>
              <a:rPr lang="ja-JP" sz="2800" b="1">
                <a:solidFill>
                  <a:schemeClr val="bg1"/>
                </a:solidFill>
                <a:latin typeface="Aptos"/>
                <a:ea typeface="ＭＳ Ｐゴシック"/>
              </a:rPr>
              <a:t>〇〇券</a:t>
            </a:r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02"/>
            <a:ext cx="6859713" cy="9951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68246"/>
            <a:ext cx="4509448" cy="625889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732007"/>
            <a:ext cx="2765426" cy="3938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ショップ名と返礼品名を入力</a:t>
            </a:r>
            <a:endParaRPr lang="ja-JP" altLang="en-US" dirty="0">
              <a:ea typeface="ＭＳ Ｐゴシック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  <a:endParaRPr lang="ja-JP" altLang="en-US" dirty="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4160"/>
                <a:ext cx="726049" cy="206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82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00" y="1641706"/>
            <a:ext cx="4988499" cy="6782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93567" y="3447853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327</cp:revision>
  <dcterms:created xsi:type="dcterms:W3CDTF">2025-09-22T06:34:49Z</dcterms:created>
  <dcterms:modified xsi:type="dcterms:W3CDTF">2025-11-27T05:54:16Z</dcterms:modified>
</cp:coreProperties>
</file>