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72CFF-5A13-3DC7-E984-721CF9C2D65A}" v="6" dt="2025-11-27T05:46:55.636"/>
    <p1510:client id="{EC5B2889-805B-09E7-0BE3-F4C369FBF3E9}" v="18" dt="2025-11-27T05:34:58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EC5B2889-805B-09E7-0BE3-F4C369FBF3E9}"/>
    <pc:docChg chg="modSld">
      <pc:chgData name="岩永宇穣" userId="S::plan@suncac.onmicrosoft.com::e72fc77a-dcc5-4407-b58d-75b00ea4d42b" providerId="AD" clId="Web-{EC5B2889-805B-09E7-0BE3-F4C369FBF3E9}" dt="2025-11-27T05:34:58.877" v="17"/>
      <pc:docMkLst>
        <pc:docMk/>
      </pc:docMkLst>
      <pc:sldChg chg="modSp">
        <pc:chgData name="岩永宇穣" userId="S::plan@suncac.onmicrosoft.com::e72fc77a-dcc5-4407-b58d-75b00ea4d42b" providerId="AD" clId="Web-{EC5B2889-805B-09E7-0BE3-F4C369FBF3E9}" dt="2025-11-27T05:34:58.877" v="17"/>
        <pc:sldMkLst>
          <pc:docMk/>
          <pc:sldMk cId="2128380218" sldId="256"/>
        </pc:sldMkLst>
        <pc:picChg chg="mod">
          <ac:chgData name="岩永宇穣" userId="S::plan@suncac.onmicrosoft.com::e72fc77a-dcc5-4407-b58d-75b00ea4d42b" providerId="AD" clId="Web-{EC5B2889-805B-09E7-0BE3-F4C369FBF3E9}" dt="2025-11-27T05:34:58.877" v="17"/>
          <ac:picMkLst>
            <pc:docMk/>
            <pc:sldMk cId="2128380218" sldId="256"/>
            <ac:picMk id="12" creationId="{630FB0C0-A580-1DD1-2B3B-915A2C87E9DA}"/>
          </ac:picMkLst>
        </pc:picChg>
      </pc:sldChg>
      <pc:sldChg chg="addSp delSp modSp">
        <pc:chgData name="岩永宇穣" userId="S::plan@suncac.onmicrosoft.com::e72fc77a-dcc5-4407-b58d-75b00ea4d42b" providerId="AD" clId="Web-{EC5B2889-805B-09E7-0BE3-F4C369FBF3E9}" dt="2025-11-27T05:26:23.420" v="12"/>
        <pc:sldMkLst>
          <pc:docMk/>
          <pc:sldMk cId="4200607359" sldId="257"/>
        </pc:sldMkLst>
        <pc:spChg chg="del">
          <ac:chgData name="岩永宇穣" userId="S::plan@suncac.onmicrosoft.com::e72fc77a-dcc5-4407-b58d-75b00ea4d42b" providerId="AD" clId="Web-{EC5B2889-805B-09E7-0BE3-F4C369FBF3E9}" dt="2025-11-27T05:25:27.341" v="8"/>
          <ac:spMkLst>
            <pc:docMk/>
            <pc:sldMk cId="4200607359" sldId="257"/>
            <ac:spMk id="6" creationId="{D63E4725-5E88-B38A-2D1F-11EB5BE00B3E}"/>
          </ac:spMkLst>
        </pc:spChg>
        <pc:picChg chg="add mod ord">
          <ac:chgData name="岩永宇穣" userId="S::plan@suncac.onmicrosoft.com::e72fc77a-dcc5-4407-b58d-75b00ea4d42b" providerId="AD" clId="Web-{EC5B2889-805B-09E7-0BE3-F4C369FBF3E9}" dt="2025-11-27T05:26:23.420" v="12"/>
          <ac:picMkLst>
            <pc:docMk/>
            <pc:sldMk cId="4200607359" sldId="257"/>
            <ac:picMk id="2" creationId="{9243EF3B-5FE2-2AC2-86FA-442D6EF54800}"/>
          </ac:picMkLst>
        </pc:picChg>
        <pc:picChg chg="del mod">
          <ac:chgData name="岩永宇穣" userId="S::plan@suncac.onmicrosoft.com::e72fc77a-dcc5-4407-b58d-75b00ea4d42b" providerId="AD" clId="Web-{EC5B2889-805B-09E7-0BE3-F4C369FBF3E9}" dt="2025-11-27T05:25:24.715" v="7"/>
          <ac:picMkLst>
            <pc:docMk/>
            <pc:sldMk cId="4200607359" sldId="257"/>
            <ac:picMk id="3" creationId="{0763EC76-5B0B-718E-2A0D-71F1F9034C58}"/>
          </ac:picMkLst>
        </pc:picChg>
        <pc:picChg chg="del">
          <ac:chgData name="岩永宇穣" userId="S::plan@suncac.onmicrosoft.com::e72fc77a-dcc5-4407-b58d-75b00ea4d42b" providerId="AD" clId="Web-{EC5B2889-805B-09E7-0BE3-F4C369FBF3E9}" dt="2025-11-27T05:25:00.199" v="4"/>
          <ac:picMkLst>
            <pc:docMk/>
            <pc:sldMk cId="4200607359" sldId="257"/>
            <ac:picMk id="5" creationId="{09844B3B-AA28-5CF5-7DD3-292CE9DCFD46}"/>
          </ac:picMkLst>
        </pc:picChg>
      </pc:sldChg>
    </pc:docChg>
  </pc:docChgLst>
  <pc:docChgLst>
    <pc:chgData name="岩永宇穣" userId="S::plan@suncac.onmicrosoft.com::e72fc77a-dcc5-4407-b58d-75b00ea4d42b" providerId="AD" clId="Web-{79C72CFF-5A13-3DC7-E984-721CF9C2D65A}"/>
    <pc:docChg chg="modSld">
      <pc:chgData name="岩永宇穣" userId="S::plan@suncac.onmicrosoft.com::e72fc77a-dcc5-4407-b58d-75b00ea4d42b" providerId="AD" clId="Web-{79C72CFF-5A13-3DC7-E984-721CF9C2D65A}" dt="2025-11-27T05:46:55.636" v="5" actId="14100"/>
      <pc:docMkLst>
        <pc:docMk/>
      </pc:docMkLst>
      <pc:sldChg chg="modSp">
        <pc:chgData name="岩永宇穣" userId="S::plan@suncac.onmicrosoft.com::e72fc77a-dcc5-4407-b58d-75b00ea4d42b" providerId="AD" clId="Web-{79C72CFF-5A13-3DC7-E984-721CF9C2D65A}" dt="2025-11-27T05:46:15.260" v="0"/>
        <pc:sldMkLst>
          <pc:docMk/>
          <pc:sldMk cId="2128380218" sldId="256"/>
        </pc:sldMkLst>
        <pc:picChg chg="mod">
          <ac:chgData name="岩永宇穣" userId="S::plan@suncac.onmicrosoft.com::e72fc77a-dcc5-4407-b58d-75b00ea4d42b" providerId="AD" clId="Web-{79C72CFF-5A13-3DC7-E984-721CF9C2D65A}" dt="2025-11-27T05:46:15.260" v="0"/>
          <ac:picMkLst>
            <pc:docMk/>
            <pc:sldMk cId="2128380218" sldId="256"/>
            <ac:picMk id="12" creationId="{630FB0C0-A580-1DD1-2B3B-915A2C87E9DA}"/>
          </ac:picMkLst>
        </pc:picChg>
      </pc:sldChg>
      <pc:sldChg chg="addSp modSp">
        <pc:chgData name="岩永宇穣" userId="S::plan@suncac.onmicrosoft.com::e72fc77a-dcc5-4407-b58d-75b00ea4d42b" providerId="AD" clId="Web-{79C72CFF-5A13-3DC7-E984-721CF9C2D65A}" dt="2025-11-27T05:46:55.636" v="5" actId="14100"/>
        <pc:sldMkLst>
          <pc:docMk/>
          <pc:sldMk cId="4200607359" sldId="257"/>
        </pc:sldMkLst>
        <pc:spChg chg="add">
          <ac:chgData name="岩永宇穣" userId="S::plan@suncac.onmicrosoft.com::e72fc77a-dcc5-4407-b58d-75b00ea4d42b" providerId="AD" clId="Web-{79C72CFF-5A13-3DC7-E984-721CF9C2D65A}" dt="2025-11-27T05:46:44.057" v="2"/>
          <ac:spMkLst>
            <pc:docMk/>
            <pc:sldMk cId="4200607359" sldId="257"/>
            <ac:spMk id="5" creationId="{D63E4725-5E88-B38A-2D1F-11EB5BE00B3E}"/>
          </ac:spMkLst>
        </pc:spChg>
        <pc:picChg chg="mod">
          <ac:chgData name="岩永宇穣" userId="S::plan@suncac.onmicrosoft.com::e72fc77a-dcc5-4407-b58d-75b00ea4d42b" providerId="AD" clId="Web-{79C72CFF-5A13-3DC7-E984-721CF9C2D65A}" dt="2025-11-27T05:46:55.636" v="5" actId="14100"/>
          <ac:picMkLst>
            <pc:docMk/>
            <pc:sldMk cId="4200607359" sldId="257"/>
            <ac:picMk id="2" creationId="{9243EF3B-5FE2-2AC2-86FA-442D6EF54800}"/>
          </ac:picMkLst>
        </pc:picChg>
        <pc:picChg chg="add">
          <ac:chgData name="岩永宇穣" userId="S::plan@suncac.onmicrosoft.com::e72fc77a-dcc5-4407-b58d-75b00ea4d42b" providerId="AD" clId="Web-{79C72CFF-5A13-3DC7-E984-721CF9C2D65A}" dt="2025-11-27T05:46:44.057" v="2"/>
          <ac:picMkLst>
            <pc:docMk/>
            <pc:sldMk cId="4200607359" sldId="257"/>
            <ac:picMk id="3" creationId="{09844B3B-AA28-5CF5-7DD3-292CE9DCFD4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3673 25301 16383 0 0,'0'0'0'0'0,"0"-4"0"0"0,0-8 0 0 0,0-8 0 0 0,0-14 0 0 0,0-16 0 0 0,1-15 0 0 0,0-13 0 0 0,1-8 0 0 0,2 0 0 0 0,2 5 0 0 0,1 7 0 0 0,3 5 0 0 0,2 5 0 0 0,7-4 0 0 0,3 2 0 0 0,7-6 0 0 0,5-4 0 0 0,7-7 0 0 0,5-1 0 0 0,5-2 0 0 0,3 3 0 0 0,1 4 0 0 0,-2 6 0 0 0,-1 6 0 0 0,-1 5 0 0 0,0 3 0 0 0,0 5 0 0 0,-1 4 0 0 0,-4 6 0 0 0,-3 5 0 0 0,-5 6 0 0 0,-5 5 0 0 0,-5 6 0 0 0,-1 3 0 0 0,-1 1 0 0 0,6 0 0 0 0,3 0 0 0 0,1 0 0 0 0,-1 3 0 0 0,-4 2 0 0 0,-5 3 0 0 0,-3 2 0 0 0,-2 1 0 0 0,-2 2 0 0 0,0 0 0 0 0,-1 1 0 0 0,-1 0 0 0 0,0 0 0 0 0,-2 1 0 0 0,0 0 0 0 0,-1 0 0 0 0,0 1 0 0 0,0 0 0 0 0,2-1 0 0 0,1 0 0 0 0,0 0 0 0 0,-4 0 0 0 0,-1 1 0 0 0,-5 0 0 0 0,-1 1 0 0 0,-3 1 0 0 0,-1 0 0 0 0,0 0 0 0 0,-1 0 0 0 0,1 0 0 0 0,-1 0 0 0 0,2 0 0 0 0,-1 0 0 0 0,1 0 0 0 0,-1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05:22:51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11489 23982 16383 0 0,'1'0'0'0'0,"8"0"0"0"0,17 0 0 0 0,36-2 0 0 0,50 3 0 0 0,49 5 0 0 0,33 8 0 0 0,-4 5 0 0 0,-20 4 0 0 0,-33 0 0 0 0,-32 2 0 0 0,-23 2 0 0 0,-14 2 0 0 0,-3 6 0 0 0,2 7 0 0 0,3 7 0 0 0,3 4 0 0 0,-2 2 0 0 0,-2-1 0 0 0,-5-1 0 0 0,-7-4 0 0 0,-2 1 0 0 0,-2 3 0 0 0,-2 2 0 0 0,0 1 0 0 0,-4-4 0 0 0,-7-6 0 0 0,-8-8 0 0 0,-6-6 0 0 0,-6-4 0 0 0,-2-1 0 0 0,-2 0 0 0 0,-2-1 0 0 0,0-1 0 0 0,-2-2 0 0 0,0-2 0 0 0,-1-3 0 0 0,-2-2 0 0 0,0 0 0 0 0,0-1 0 0 0,-1 0 0 0 0,1 2 0 0 0,-1 0 0 0 0,1 0 0 0 0,1 1 0 0 0,0-1 0 0 0,-1-1 0 0 0,-1-2 0 0 0,-1-1 0 0 0,-1-1 0 0 0,0-1 0 0 0,-2 0 0 0 0,1 0 0 0 0,0 2 0 0 0,0 0 0 0 0,-1-2 0 0 0,0-1 0 0 0,-1-3 0 0 0,-1-2 0 0 0,0-2 0 0 0,-2-2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hyperlink" Target="https://qr.quel.jp/url.php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0.png"/><Relationship Id="rId4" Type="http://schemas.openxmlformats.org/officeDocument/2006/relationships/customXml" Target="../ink/ink3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" y="-4500"/>
            <a:ext cx="6857424" cy="68430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7BF5D2-2602-4D1C-CB54-15F07D028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50411"/>
            <a:ext cx="6859713" cy="909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「〇〇〇オンラインストアで使える</a:t>
            </a:r>
            <a:endParaRPr lang="en-US" altLang="ja-JP" sz="2800">
              <a:solidFill>
                <a:schemeClr val="bg1"/>
              </a:solidFill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オンラインクーポン」が返礼品です！</a:t>
            </a: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43EF3B-5FE2-2AC2-86FA-442D6EF54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16"/>
            <a:ext cx="6858000" cy="99208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844B3B-AA28-5CF5-7DD3-292CE9DCF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142" y="8784459"/>
            <a:ext cx="906065" cy="89631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63E4725-5E88-B38A-2D1F-11EB5BE00B3E}"/>
              </a:ext>
            </a:extLst>
          </p:cNvPr>
          <p:cNvSpPr txBox="1"/>
          <p:nvPr/>
        </p:nvSpPr>
        <p:spPr>
          <a:xfrm>
            <a:off x="201094" y="8956096"/>
            <a:ext cx="2743200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600">
                <a:solidFill>
                  <a:srgbClr val="FFFFFF"/>
                </a:solidFill>
                <a:ea typeface="ＭＳ Ｐゴシック"/>
              </a:rPr>
              <a:t>〇〇〇オンラインストア</a:t>
            </a:r>
          </a:p>
          <a:p>
            <a:r>
              <a:rPr lang="ja-JP" altLang="en-US" sz="1600">
                <a:solidFill>
                  <a:srgbClr val="FFFFFF"/>
                </a:solidFill>
                <a:ea typeface="ＭＳ Ｐゴシック"/>
              </a:rPr>
              <a:t>はこちらから！</a:t>
            </a:r>
            <a:endParaRPr lang="ja-JP" altLang="en-US" sz="1600" dirty="0">
              <a:solidFill>
                <a:srgbClr val="FFFFFF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99" y="1955675"/>
            <a:ext cx="4509448" cy="628403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95112" y="3690479"/>
            <a:ext cx="2267040" cy="3159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738461"/>
            <a:ext cx="4204202" cy="18519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オンラインショップ名を記入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  <a:endParaRPr lang="ja-JP" altLang="en-US" dirty="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4160"/>
                <a:ext cx="726049" cy="206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82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7176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00" y="1646487"/>
            <a:ext cx="4866243" cy="693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6029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77994" y="3479002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B02025-057E-F1DD-2427-9050FBCFEC70}"/>
              </a:ext>
            </a:extLst>
          </p:cNvPr>
          <p:cNvSpPr/>
          <p:nvPr/>
        </p:nvSpPr>
        <p:spPr>
          <a:xfrm>
            <a:off x="2729609" y="7497053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DCFC84-0AE6-3839-C281-9D35280F19B5}"/>
              </a:ext>
            </a:extLst>
          </p:cNvPr>
          <p:cNvSpPr/>
          <p:nvPr/>
        </p:nvSpPr>
        <p:spPr>
          <a:xfrm>
            <a:off x="1326118" y="7497053"/>
            <a:ext cx="1398658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弊社より発行されたURLからQRコードを作成し差し替える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 dirty="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BC64A-20EF-7A23-FC5D-944515E92F99}"/>
              </a:ext>
            </a:extLst>
          </p:cNvPr>
          <p:cNvSpPr txBox="1"/>
          <p:nvPr/>
        </p:nvSpPr>
        <p:spPr>
          <a:xfrm>
            <a:off x="3236773" y="8508714"/>
            <a:ext cx="30437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公式オンラインショプの</a:t>
            </a:r>
          </a:p>
          <a:p>
            <a:r>
              <a:rPr lang="ja-JP" altLang="en-US" sz="1600">
                <a:ea typeface="ＭＳ Ｐゴシック"/>
              </a:rPr>
              <a:t>QRコードに差し替える</a:t>
            </a:r>
            <a:endParaRPr lang="ja-JP" altLang="en-US" sz="1600" dirty="0">
              <a:ea typeface="ＭＳ Ｐゴシック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9CDC3-612F-D4C2-A872-ABF40C247302}"/>
              </a:ext>
            </a:extLst>
          </p:cNvPr>
          <p:cNvSpPr txBox="1"/>
          <p:nvPr/>
        </p:nvSpPr>
        <p:spPr>
          <a:xfrm>
            <a:off x="196616" y="8631148"/>
            <a:ext cx="30437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公式オンラインショプの</a:t>
            </a:r>
            <a:endParaRPr lang="ja-JP" altLang="en-US" sz="1600" dirty="0">
              <a:ea typeface="ＭＳ Ｐゴシック"/>
            </a:endParaRPr>
          </a:p>
          <a:p>
            <a:r>
              <a:rPr lang="ja-JP" altLang="en-US" sz="1600">
                <a:ea typeface="ＭＳ Ｐゴシック"/>
              </a:rPr>
              <a:t>名前に差し替える</a:t>
            </a:r>
            <a:endParaRPr lang="ja-JP" altLang="en-US" sz="1600" dirty="0">
              <a:ea typeface="ＭＳ Ｐゴシック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86A15-4C3B-417B-4219-42263ADC20BE}"/>
              </a:ext>
            </a:extLst>
          </p:cNvPr>
          <p:cNvSpPr txBox="1"/>
          <p:nvPr/>
        </p:nvSpPr>
        <p:spPr>
          <a:xfrm>
            <a:off x="3224941" y="9098622"/>
            <a:ext cx="34891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 dirty="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26842" y="1269997"/>
              <a:ext cx="1399694" cy="2409051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846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8F7A7E7-7C1E-F473-4DEA-32ACE07302B3}"/>
                  </a:ext>
                </a:extLst>
              </p14:cNvPr>
              <p14:cNvContentPartPr/>
              <p14:nvPr/>
            </p14:nvContentPartPr>
            <p14:xfrm>
              <a:off x="782786" y="7808941"/>
              <a:ext cx="523048" cy="773172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8F7A7E7-7C1E-F473-4DEA-32ACE07302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159" y="7791312"/>
                <a:ext cx="558661" cy="80879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416D1C-3EA9-80FE-14B5-F6361397DE84}"/>
                  </a:ext>
                </a:extLst>
              </p14:cNvPr>
              <p14:cNvContentPartPr/>
              <p14:nvPr/>
            </p14:nvContentPartPr>
            <p14:xfrm>
              <a:off x="3538474" y="8061057"/>
              <a:ext cx="891352" cy="51587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416D1C-3EA9-80FE-14B5-F6361397DE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0481" y="8043070"/>
                <a:ext cx="926977" cy="5514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 Paper (210x297 mm)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304</cp:revision>
  <dcterms:created xsi:type="dcterms:W3CDTF">2025-09-22T06:34:49Z</dcterms:created>
  <dcterms:modified xsi:type="dcterms:W3CDTF">2025-11-27T05:46:56Z</dcterms:modified>
</cp:coreProperties>
</file>